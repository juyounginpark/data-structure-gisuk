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474" r:id="rId2"/>
    <p:sldId id="473" r:id="rId3"/>
    <p:sldId id="465" r:id="rId4"/>
    <p:sldId id="466" r:id="rId5"/>
    <p:sldId id="467" r:id="rId6"/>
    <p:sldId id="468" r:id="rId7"/>
    <p:sldId id="469" r:id="rId8"/>
    <p:sldId id="470" r:id="rId9"/>
    <p:sldId id="471" r:id="rId10"/>
    <p:sldId id="472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CDDD"/>
    <a:srgbClr val="FAC090"/>
    <a:srgbClr val="C3D69B"/>
    <a:srgbClr val="0066FF"/>
    <a:srgbClr val="008000"/>
    <a:srgbClr val="E9EFF7"/>
    <a:srgbClr val="FDEADA"/>
    <a:srgbClr val="CC00CC"/>
    <a:srgbClr val="95B3D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73" autoAdjust="0"/>
    <p:restoredTop sz="79815" autoAdjust="0"/>
  </p:normalViewPr>
  <p:slideViewPr>
    <p:cSldViewPr>
      <p:cViewPr varScale="1">
        <p:scale>
          <a:sx n="92" d="100"/>
          <a:sy n="92" d="100"/>
        </p:scale>
        <p:origin x="250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B2E366-8F93-4A08-8EE9-610E344C998D}" type="datetimeFigureOut">
              <a:rPr lang="ko-KR" altLang="en-US" smtClean="0"/>
              <a:t>2021-03-03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48D3C-6DB9-410D-AB91-1B8DC8214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849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그림에서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첨자는 </a:t>
            </a:r>
            <a:r>
              <a:rPr lang="en-US" altLang="ko-KR" dirty="0" err="1" smtClean="0"/>
              <a:t>inorder</a:t>
            </a:r>
            <a:r>
              <a:rPr lang="en-US" altLang="ko-KR" dirty="0" smtClean="0"/>
              <a:t> </a:t>
            </a:r>
            <a:r>
              <a:rPr lang="ko-KR" altLang="en-US" dirty="0" smtClean="0"/>
              <a:t>함수의 호출순서를 표시</a:t>
            </a:r>
            <a:r>
              <a:rPr lang="en-US" altLang="ko-KR" dirty="0" smtClean="0"/>
              <a:t>, </a:t>
            </a:r>
          </a:p>
          <a:p>
            <a:r>
              <a:rPr lang="ko-KR" altLang="en-US" dirty="0" smtClean="0"/>
              <a:t>각 </a:t>
            </a:r>
            <a:r>
              <a:rPr lang="en-US" altLang="ko-KR" dirty="0" smtClean="0"/>
              <a:t>activation</a:t>
            </a:r>
            <a:r>
              <a:rPr lang="en-US" altLang="ko-KR" baseline="0" dirty="0" smtClean="0"/>
              <a:t> record</a:t>
            </a:r>
            <a:r>
              <a:rPr lang="ko-KR" altLang="en-US" baseline="0" dirty="0" smtClean="0"/>
              <a:t>에서 </a:t>
            </a:r>
            <a:r>
              <a:rPr lang="en-US" altLang="ko-KR" baseline="0" dirty="0" smtClean="0"/>
              <a:t>return address </a:t>
            </a:r>
            <a:r>
              <a:rPr lang="ko-KR" altLang="en-US" baseline="0" dirty="0" smtClean="0"/>
              <a:t>등 기타 데이터는 생략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966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966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966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966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966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966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966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966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59CF4-6470-4BAF-B762-0EB2C8216B5E}" type="datetime1">
              <a:rPr lang="ko-KR" altLang="en-US" smtClean="0"/>
              <a:t>2021-03-03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10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616624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3DDD-7C67-476D-B662-675D3A7403E7}" type="datetime1">
              <a:rPr lang="ko-KR" altLang="en-US" smtClean="0"/>
              <a:t>2021-03-03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701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A138-6C7F-4783-B331-27B5B7CCD7BA}" type="datetime1">
              <a:rPr lang="ko-KR" altLang="en-US" smtClean="0"/>
              <a:t>2021-03-03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44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D812A-94B1-4B37-9942-51B2A7F93E44}" type="datetime1">
              <a:rPr lang="ko-KR" altLang="en-US" smtClean="0"/>
              <a:t>2021-03-03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0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E5C08-6ADC-47C3-9E61-BCFF2834E270}" type="datetime1">
              <a:rPr lang="ko-KR" altLang="en-US" smtClean="0"/>
              <a:t>2021-03-03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016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D993-1E34-41DF-9E82-85CC809403F5}" type="datetime1">
              <a:rPr lang="ko-KR" altLang="en-US" smtClean="0"/>
              <a:t>2021-03-03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176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376D-D12B-439E-8FBA-7D1D4CF37DC9}" type="datetime1">
              <a:rPr lang="ko-KR" altLang="en-US" smtClean="0"/>
              <a:t>2021-03-03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43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223DE-5705-4CBF-BF8C-FEB585702231}" type="datetime1">
              <a:rPr lang="ko-KR" altLang="en-US" smtClean="0"/>
              <a:t>2021-03-03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331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E967A-4F47-4A12-B2E8-402D587977C8}" type="datetime1">
              <a:rPr lang="ko-KR" altLang="en-US" smtClean="0"/>
              <a:t>2021-03-03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128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CD4-C24B-454B-8ED2-9181DF515431}" type="datetime1">
              <a:rPr lang="ko-KR" altLang="en-US" smtClean="0"/>
              <a:t>2021-03-03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975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119D-7176-4BA0-A349-94F64EC9E607}" type="datetime1">
              <a:rPr lang="ko-KR" altLang="en-US" smtClean="0"/>
              <a:t>2021-03-03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669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34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836712"/>
            <a:ext cx="8229600" cy="5616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4482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C521-7634-41AA-A3F4-D125BA47DB5C}" type="datetime1">
              <a:rPr lang="ko-KR" altLang="en-US" smtClean="0"/>
              <a:t>2021-03-03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4482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4482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90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600" b="1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Understanding of i</a:t>
            </a:r>
            <a:r>
              <a:rPr lang="en-US" altLang="ko-KR" dirty="0" smtClean="0"/>
              <a:t>n-order traversal</a:t>
            </a:r>
            <a:endParaRPr lang="ko-KR" altLang="en-US" dirty="0"/>
          </a:p>
        </p:txBody>
      </p:sp>
      <p:sp>
        <p:nvSpPr>
          <p:cNvPr id="4" name="부제목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2800" dirty="0" smtClean="0"/>
              <a:t>Method </a:t>
            </a:r>
            <a:r>
              <a:rPr lang="en-US" altLang="ko-KR" sz="2800" dirty="0" smtClean="0"/>
              <a:t>1 – </a:t>
            </a:r>
            <a:r>
              <a:rPr lang="en-US" altLang="ko-KR" sz="2800" dirty="0" smtClean="0"/>
              <a:t>using method call concept</a:t>
            </a:r>
            <a:endParaRPr lang="en-US" altLang="ko-KR" sz="2800" dirty="0" smtClean="0"/>
          </a:p>
          <a:p>
            <a:pPr algn="r"/>
            <a:r>
              <a:rPr lang="en-US" altLang="ko-KR" sz="2800" dirty="0" smtClean="0"/>
              <a:t>Method</a:t>
            </a:r>
            <a:r>
              <a:rPr lang="ko-KR" altLang="en-US" sz="2800" dirty="0" smtClean="0"/>
              <a:t> </a:t>
            </a:r>
            <a:r>
              <a:rPr lang="en-US" altLang="ko-KR" sz="2800" dirty="0" smtClean="0"/>
              <a:t>2 – </a:t>
            </a:r>
            <a:r>
              <a:rPr lang="en-US" altLang="ko-KR" sz="2800" dirty="0" smtClean="0"/>
              <a:t>using system stack concept</a:t>
            </a:r>
            <a:endParaRPr lang="ko-KR" altLang="en-US" sz="28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902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7" b="17060"/>
          <a:stretch/>
        </p:blipFill>
        <p:spPr bwMode="auto">
          <a:xfrm>
            <a:off x="2901768" y="2567284"/>
            <a:ext cx="1770909" cy="86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7" b="17060"/>
          <a:stretch/>
        </p:blipFill>
        <p:spPr bwMode="auto">
          <a:xfrm>
            <a:off x="976208" y="3130739"/>
            <a:ext cx="1770909" cy="86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그룹 5"/>
          <p:cNvGrpSpPr/>
          <p:nvPr/>
        </p:nvGrpSpPr>
        <p:grpSpPr>
          <a:xfrm>
            <a:off x="1536121" y="976263"/>
            <a:ext cx="1379096" cy="1238416"/>
            <a:chOff x="2729157" y="2937530"/>
            <a:chExt cx="1379096" cy="1238416"/>
          </a:xfrm>
        </p:grpSpPr>
        <p:cxnSp>
          <p:nvCxnSpPr>
            <p:cNvPr id="9" name="직선 연결선 8"/>
            <p:cNvCxnSpPr/>
            <p:nvPr/>
          </p:nvCxnSpPr>
          <p:spPr>
            <a:xfrm>
              <a:off x="3179883" y="3568275"/>
              <a:ext cx="288032" cy="4573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타원 9"/>
            <p:cNvSpPr/>
            <p:nvPr/>
          </p:nvSpPr>
          <p:spPr>
            <a:xfrm>
              <a:off x="3318674" y="3897253"/>
              <a:ext cx="253380" cy="25338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3467915" y="3076029"/>
              <a:ext cx="413370" cy="4804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>
            <a:xfrm flipH="1">
              <a:off x="2890499" y="3131632"/>
              <a:ext cx="558812" cy="9058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타원 13"/>
            <p:cNvSpPr/>
            <p:nvPr/>
          </p:nvSpPr>
          <p:spPr>
            <a:xfrm>
              <a:off x="2763809" y="3898947"/>
              <a:ext cx="253380" cy="25338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5" name="TextBox 36"/>
            <p:cNvSpPr txBox="1"/>
            <p:nvPr/>
          </p:nvSpPr>
          <p:spPr>
            <a:xfrm>
              <a:off x="3275856" y="3872081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E</a:t>
              </a:r>
              <a:endParaRPr lang="ko-KR" altLang="en-US" sz="1200" dirty="0"/>
            </a:p>
          </p:txBody>
        </p:sp>
        <p:sp>
          <p:nvSpPr>
            <p:cNvPr id="17" name="타원 16"/>
            <p:cNvSpPr/>
            <p:nvPr/>
          </p:nvSpPr>
          <p:spPr>
            <a:xfrm>
              <a:off x="3322547" y="2937530"/>
              <a:ext cx="253380" cy="25338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3034515" y="3441586"/>
              <a:ext cx="253380" cy="25338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0" name="TextBox 45"/>
            <p:cNvSpPr txBox="1"/>
            <p:nvPr/>
          </p:nvSpPr>
          <p:spPr>
            <a:xfrm>
              <a:off x="3287895" y="2937530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A</a:t>
              </a:r>
              <a:endParaRPr lang="ko-KR" altLang="en-US" sz="1200" dirty="0"/>
            </a:p>
          </p:txBody>
        </p:sp>
        <p:sp>
          <p:nvSpPr>
            <p:cNvPr id="21" name="TextBox 46"/>
            <p:cNvSpPr txBox="1"/>
            <p:nvPr/>
          </p:nvSpPr>
          <p:spPr>
            <a:xfrm>
              <a:off x="2999863" y="3441586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B</a:t>
              </a:r>
              <a:endParaRPr lang="ko-KR" altLang="en-US" sz="1200" dirty="0"/>
            </a:p>
          </p:txBody>
        </p:sp>
        <p:sp>
          <p:nvSpPr>
            <p:cNvPr id="22" name="TextBox 47"/>
            <p:cNvSpPr txBox="1"/>
            <p:nvPr/>
          </p:nvSpPr>
          <p:spPr>
            <a:xfrm>
              <a:off x="2729157" y="3898947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D</a:t>
              </a:r>
              <a:endParaRPr lang="ko-KR" altLang="en-US" sz="1200" dirty="0"/>
            </a:p>
          </p:txBody>
        </p:sp>
        <p:sp>
          <p:nvSpPr>
            <p:cNvPr id="23" name="타원 22"/>
            <p:cNvSpPr/>
            <p:nvPr/>
          </p:nvSpPr>
          <p:spPr>
            <a:xfrm>
              <a:off x="3754595" y="3429776"/>
              <a:ext cx="253380" cy="25338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4" name="TextBox 49"/>
            <p:cNvSpPr txBox="1"/>
            <p:nvPr/>
          </p:nvSpPr>
          <p:spPr>
            <a:xfrm>
              <a:off x="3748213" y="3416962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/>
                <a:t>C</a:t>
              </a:r>
              <a:endParaRPr lang="ko-KR" altLang="en-US" sz="1200" dirty="0"/>
            </a:p>
          </p:txBody>
        </p:sp>
      </p:grpSp>
      <p:cxnSp>
        <p:nvCxnSpPr>
          <p:cNvPr id="27" name="직선 화살표 연결선 26"/>
          <p:cNvCxnSpPr/>
          <p:nvPr/>
        </p:nvCxnSpPr>
        <p:spPr>
          <a:xfrm flipV="1">
            <a:off x="2508246" y="2674084"/>
            <a:ext cx="428175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7" b="17060"/>
          <a:stretch/>
        </p:blipFill>
        <p:spPr bwMode="auto">
          <a:xfrm>
            <a:off x="4891334" y="1191690"/>
            <a:ext cx="1770909" cy="86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9" name="직선 화살표 연결선 38"/>
          <p:cNvCxnSpPr/>
          <p:nvPr/>
        </p:nvCxnSpPr>
        <p:spPr>
          <a:xfrm flipV="1">
            <a:off x="4391469" y="1389372"/>
            <a:ext cx="534518" cy="15366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7" b="17060"/>
          <a:stretch/>
        </p:blipFill>
        <p:spPr bwMode="auto">
          <a:xfrm>
            <a:off x="6802068" y="351202"/>
            <a:ext cx="1770909" cy="86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1" name="직선 화살표 연결선 40"/>
          <p:cNvCxnSpPr/>
          <p:nvPr/>
        </p:nvCxnSpPr>
        <p:spPr>
          <a:xfrm flipV="1">
            <a:off x="6408546" y="458002"/>
            <a:ext cx="428175" cy="10518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/>
          <p:nvPr/>
        </p:nvCxnSpPr>
        <p:spPr>
          <a:xfrm flipH="1">
            <a:off x="6408547" y="1191690"/>
            <a:ext cx="501692" cy="3953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7" b="17060"/>
          <a:stretch/>
        </p:blipFill>
        <p:spPr bwMode="auto">
          <a:xfrm>
            <a:off x="6802068" y="1726943"/>
            <a:ext cx="1770909" cy="86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0" name="직선 화살표 연결선 49"/>
          <p:cNvCxnSpPr/>
          <p:nvPr/>
        </p:nvCxnSpPr>
        <p:spPr>
          <a:xfrm>
            <a:off x="6553219" y="1762942"/>
            <a:ext cx="357020" cy="672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/>
          <p:nvPr/>
        </p:nvCxnSpPr>
        <p:spPr>
          <a:xfrm flipH="1" flipV="1">
            <a:off x="6553574" y="1755712"/>
            <a:ext cx="356665" cy="7501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/>
          <p:nvPr/>
        </p:nvCxnSpPr>
        <p:spPr>
          <a:xfrm flipH="1">
            <a:off x="4391469" y="1873471"/>
            <a:ext cx="720080" cy="11260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47"/>
          <p:cNvSpPr txBox="1"/>
          <p:nvPr/>
        </p:nvSpPr>
        <p:spPr>
          <a:xfrm>
            <a:off x="6334069" y="1519547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rgbClr val="FF0000"/>
                </a:solidFill>
              </a:rPr>
              <a:t>D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63" name="TextBox 47"/>
          <p:cNvSpPr txBox="1"/>
          <p:nvPr/>
        </p:nvSpPr>
        <p:spPr>
          <a:xfrm flipH="1">
            <a:off x="8171889" y="219061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rgbClr val="FF0000"/>
                </a:solidFill>
              </a:rPr>
              <a:t>0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64" name="TextBox 47"/>
          <p:cNvSpPr txBox="1"/>
          <p:nvPr/>
        </p:nvSpPr>
        <p:spPr>
          <a:xfrm>
            <a:off x="7965442" y="1574528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rgbClr val="FF0000"/>
                </a:solidFill>
              </a:rPr>
              <a:t>0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65" name="TextBox 47"/>
          <p:cNvSpPr txBox="1"/>
          <p:nvPr/>
        </p:nvSpPr>
        <p:spPr>
          <a:xfrm>
            <a:off x="4391468" y="2906905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rgbClr val="FF0000"/>
                </a:solidFill>
              </a:rPr>
              <a:t>B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pic>
        <p:nvPicPr>
          <p:cNvPr id="7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7" b="17060"/>
          <a:stretch/>
        </p:blipFill>
        <p:spPr bwMode="auto">
          <a:xfrm>
            <a:off x="4891334" y="3507757"/>
            <a:ext cx="1770909" cy="86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1" name="직선 화살표 연결선 70"/>
          <p:cNvCxnSpPr/>
          <p:nvPr/>
        </p:nvCxnSpPr>
        <p:spPr>
          <a:xfrm>
            <a:off x="4478711" y="3098803"/>
            <a:ext cx="447276" cy="4913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7" b="17060"/>
          <a:stretch/>
        </p:blipFill>
        <p:spPr bwMode="auto">
          <a:xfrm>
            <a:off x="6802068" y="2874391"/>
            <a:ext cx="1770909" cy="86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3" name="직선 화살표 연결선 72"/>
          <p:cNvCxnSpPr/>
          <p:nvPr/>
        </p:nvCxnSpPr>
        <p:spPr>
          <a:xfrm flipV="1">
            <a:off x="6408546" y="2926061"/>
            <a:ext cx="501693" cy="8998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/>
          <p:nvPr/>
        </p:nvCxnSpPr>
        <p:spPr>
          <a:xfrm flipH="1">
            <a:off x="6408547" y="3590161"/>
            <a:ext cx="501692" cy="3129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7" b="17060"/>
          <a:stretch/>
        </p:blipFill>
        <p:spPr bwMode="auto">
          <a:xfrm>
            <a:off x="6802068" y="4038330"/>
            <a:ext cx="1770909" cy="86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6" name="직선 화살표 연결선 75"/>
          <p:cNvCxnSpPr/>
          <p:nvPr/>
        </p:nvCxnSpPr>
        <p:spPr>
          <a:xfrm>
            <a:off x="6551497" y="4054288"/>
            <a:ext cx="2852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/>
          <p:nvPr/>
        </p:nvCxnSpPr>
        <p:spPr>
          <a:xfrm flipH="1" flipV="1">
            <a:off x="6479702" y="4127579"/>
            <a:ext cx="430537" cy="7751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/>
          <p:cNvCxnSpPr/>
          <p:nvPr/>
        </p:nvCxnSpPr>
        <p:spPr>
          <a:xfrm flipH="1" flipV="1">
            <a:off x="4446361" y="3182192"/>
            <a:ext cx="479626" cy="10606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47"/>
          <p:cNvSpPr txBox="1"/>
          <p:nvPr/>
        </p:nvSpPr>
        <p:spPr>
          <a:xfrm>
            <a:off x="6336382" y="3843988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rgbClr val="FF0000"/>
                </a:solidFill>
              </a:rPr>
              <a:t>E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80" name="TextBox 47"/>
          <p:cNvSpPr txBox="1"/>
          <p:nvPr/>
        </p:nvSpPr>
        <p:spPr>
          <a:xfrm>
            <a:off x="8108947" y="2726316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rgbClr val="FF0000"/>
                </a:solidFill>
              </a:rPr>
              <a:t>0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81" name="TextBox 47"/>
          <p:cNvSpPr txBox="1"/>
          <p:nvPr/>
        </p:nvSpPr>
        <p:spPr>
          <a:xfrm>
            <a:off x="8063877" y="3830775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rgbClr val="FF0000"/>
                </a:solidFill>
              </a:rPr>
              <a:t>0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85" name="TextBox 47"/>
          <p:cNvSpPr txBox="1"/>
          <p:nvPr/>
        </p:nvSpPr>
        <p:spPr>
          <a:xfrm>
            <a:off x="2387077" y="3451662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rgbClr val="FF0000"/>
                </a:solidFill>
              </a:rPr>
              <a:t>A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pic>
        <p:nvPicPr>
          <p:cNvPr id="8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7" b="17060"/>
          <a:stretch/>
        </p:blipFill>
        <p:spPr bwMode="auto">
          <a:xfrm>
            <a:off x="2890233" y="4936402"/>
            <a:ext cx="1770909" cy="86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7" name="직선 화살표 연결선 86"/>
          <p:cNvCxnSpPr/>
          <p:nvPr/>
        </p:nvCxnSpPr>
        <p:spPr>
          <a:xfrm>
            <a:off x="2625332" y="3770764"/>
            <a:ext cx="311089" cy="12640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47"/>
          <p:cNvSpPr txBox="1"/>
          <p:nvPr/>
        </p:nvSpPr>
        <p:spPr>
          <a:xfrm>
            <a:off x="4351896" y="5291521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rgbClr val="FF0000"/>
                </a:solidFill>
              </a:rPr>
              <a:t>C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pic>
        <p:nvPicPr>
          <p:cNvPr id="105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7" b="17060"/>
          <a:stretch/>
        </p:blipFill>
        <p:spPr bwMode="auto">
          <a:xfrm>
            <a:off x="4967533" y="4713037"/>
            <a:ext cx="1770909" cy="86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6" name="직선 화살표 연결선 105"/>
          <p:cNvCxnSpPr/>
          <p:nvPr/>
        </p:nvCxnSpPr>
        <p:spPr>
          <a:xfrm flipV="1">
            <a:off x="4478711" y="4777217"/>
            <a:ext cx="560830" cy="5512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/>
          <p:cNvCxnSpPr/>
          <p:nvPr/>
        </p:nvCxnSpPr>
        <p:spPr>
          <a:xfrm flipH="1" flipV="1">
            <a:off x="4404574" y="5343658"/>
            <a:ext cx="627199" cy="1003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7" b="17060"/>
          <a:stretch/>
        </p:blipFill>
        <p:spPr bwMode="auto">
          <a:xfrm>
            <a:off x="4967533" y="5876976"/>
            <a:ext cx="1770909" cy="86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9" name="직선 화살표 연결선 108"/>
          <p:cNvCxnSpPr/>
          <p:nvPr/>
        </p:nvCxnSpPr>
        <p:spPr>
          <a:xfrm>
            <a:off x="4543562" y="5575825"/>
            <a:ext cx="439857" cy="390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/>
          <p:cNvCxnSpPr/>
          <p:nvPr/>
        </p:nvCxnSpPr>
        <p:spPr>
          <a:xfrm flipH="1" flipV="1">
            <a:off x="4487081" y="5625167"/>
            <a:ext cx="496338" cy="10659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47"/>
          <p:cNvSpPr txBox="1"/>
          <p:nvPr/>
        </p:nvSpPr>
        <p:spPr>
          <a:xfrm>
            <a:off x="6047653" y="4511126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rgbClr val="FF0000"/>
                </a:solidFill>
              </a:rPr>
              <a:t>0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13" name="TextBox 47"/>
          <p:cNvSpPr txBox="1"/>
          <p:nvPr/>
        </p:nvSpPr>
        <p:spPr>
          <a:xfrm>
            <a:off x="6229342" y="5713433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rgbClr val="FF0000"/>
                </a:solidFill>
              </a:rPr>
              <a:t>0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grpSp>
        <p:nvGrpSpPr>
          <p:cNvPr id="120" name="그룹 119"/>
          <p:cNvGrpSpPr/>
          <p:nvPr/>
        </p:nvGrpSpPr>
        <p:grpSpPr>
          <a:xfrm>
            <a:off x="2334310" y="542298"/>
            <a:ext cx="584487" cy="475511"/>
            <a:chOff x="7159054" y="433208"/>
            <a:chExt cx="584487" cy="475511"/>
          </a:xfrm>
        </p:grpSpPr>
        <p:sp>
          <p:nvSpPr>
            <p:cNvPr id="121" name="TextBox 120"/>
            <p:cNvSpPr txBox="1"/>
            <p:nvPr/>
          </p:nvSpPr>
          <p:spPr>
            <a:xfrm>
              <a:off x="7248551" y="433208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22" name="직선 화살표 연결선 121"/>
            <p:cNvCxnSpPr/>
            <p:nvPr/>
          </p:nvCxnSpPr>
          <p:spPr>
            <a:xfrm flipH="1">
              <a:off x="7159054" y="682823"/>
              <a:ext cx="119968" cy="225896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그룹 122"/>
          <p:cNvGrpSpPr/>
          <p:nvPr/>
        </p:nvGrpSpPr>
        <p:grpSpPr>
          <a:xfrm>
            <a:off x="1634521" y="1045211"/>
            <a:ext cx="494990" cy="513929"/>
            <a:chOff x="7238212" y="624541"/>
            <a:chExt cx="494990" cy="513929"/>
          </a:xfrm>
        </p:grpSpPr>
        <p:sp>
          <p:nvSpPr>
            <p:cNvPr id="124" name="TextBox 123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2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25" name="직선 화살표 연결선 124"/>
            <p:cNvCxnSpPr>
              <a:stCxn id="124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그룹 125"/>
          <p:cNvGrpSpPr/>
          <p:nvPr/>
        </p:nvGrpSpPr>
        <p:grpSpPr>
          <a:xfrm>
            <a:off x="1239752" y="1500353"/>
            <a:ext cx="494990" cy="437327"/>
            <a:chOff x="7238212" y="624541"/>
            <a:chExt cx="494990" cy="437327"/>
          </a:xfrm>
        </p:grpSpPr>
        <p:sp>
          <p:nvSpPr>
            <p:cNvPr id="127" name="TextBox 126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3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28" name="직선 화살표 연결선 127"/>
            <p:cNvCxnSpPr>
              <a:stCxn id="127" idx="2"/>
            </p:cNvCxnSpPr>
            <p:nvPr/>
          </p:nvCxnSpPr>
          <p:spPr>
            <a:xfrm>
              <a:off x="7485707" y="932318"/>
              <a:ext cx="119240" cy="129550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그룹 128"/>
          <p:cNvGrpSpPr/>
          <p:nvPr/>
        </p:nvGrpSpPr>
        <p:grpSpPr>
          <a:xfrm>
            <a:off x="2060187" y="1422057"/>
            <a:ext cx="494990" cy="513929"/>
            <a:chOff x="7238212" y="624541"/>
            <a:chExt cx="494990" cy="513929"/>
          </a:xfrm>
        </p:grpSpPr>
        <p:sp>
          <p:nvSpPr>
            <p:cNvPr id="130" name="TextBox 129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6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31" name="직선 화살표 연결선 130"/>
            <p:cNvCxnSpPr>
              <a:stCxn id="130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그룹 131"/>
          <p:cNvGrpSpPr/>
          <p:nvPr/>
        </p:nvGrpSpPr>
        <p:grpSpPr>
          <a:xfrm>
            <a:off x="2546805" y="1023717"/>
            <a:ext cx="494990" cy="513929"/>
            <a:chOff x="7238212" y="624541"/>
            <a:chExt cx="494990" cy="513929"/>
          </a:xfrm>
        </p:grpSpPr>
        <p:sp>
          <p:nvSpPr>
            <p:cNvPr id="133" name="TextBox 132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9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34" name="직선 화살표 연결선 133"/>
            <p:cNvCxnSpPr>
              <a:stCxn id="133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그룹 165"/>
          <p:cNvGrpSpPr/>
          <p:nvPr/>
        </p:nvGrpSpPr>
        <p:grpSpPr>
          <a:xfrm>
            <a:off x="1088015" y="2042415"/>
            <a:ext cx="567150" cy="400224"/>
            <a:chOff x="317255" y="1846685"/>
            <a:chExt cx="567150" cy="400224"/>
          </a:xfrm>
        </p:grpSpPr>
        <p:sp>
          <p:nvSpPr>
            <p:cNvPr id="135" name="TextBox 134"/>
            <p:cNvSpPr txBox="1"/>
            <p:nvPr/>
          </p:nvSpPr>
          <p:spPr>
            <a:xfrm>
              <a:off x="317255" y="1939132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4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565822" y="1846685"/>
              <a:ext cx="318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167" name="그룹 166"/>
          <p:cNvGrpSpPr/>
          <p:nvPr/>
        </p:nvGrpSpPr>
        <p:grpSpPr>
          <a:xfrm>
            <a:off x="1469714" y="2036807"/>
            <a:ext cx="516038" cy="435518"/>
            <a:chOff x="657151" y="1832582"/>
            <a:chExt cx="516038" cy="435518"/>
          </a:xfrm>
        </p:grpSpPr>
        <p:sp>
          <p:nvSpPr>
            <p:cNvPr id="137" name="TextBox 136"/>
            <p:cNvSpPr txBox="1"/>
            <p:nvPr/>
          </p:nvSpPr>
          <p:spPr>
            <a:xfrm>
              <a:off x="657151" y="1960323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5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854606" y="1832582"/>
              <a:ext cx="318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168" name="그룹 167"/>
          <p:cNvGrpSpPr/>
          <p:nvPr/>
        </p:nvGrpSpPr>
        <p:grpSpPr>
          <a:xfrm>
            <a:off x="1887901" y="2050803"/>
            <a:ext cx="494990" cy="433881"/>
            <a:chOff x="1060320" y="1813028"/>
            <a:chExt cx="494990" cy="433881"/>
          </a:xfrm>
        </p:grpSpPr>
        <p:sp>
          <p:nvSpPr>
            <p:cNvPr id="155" name="TextBox 154"/>
            <p:cNvSpPr txBox="1"/>
            <p:nvPr/>
          </p:nvSpPr>
          <p:spPr>
            <a:xfrm>
              <a:off x="1060320" y="1939132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7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1191718" y="1813028"/>
              <a:ext cx="318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169" name="그룹 168"/>
          <p:cNvGrpSpPr/>
          <p:nvPr/>
        </p:nvGrpSpPr>
        <p:grpSpPr>
          <a:xfrm>
            <a:off x="2238704" y="2042004"/>
            <a:ext cx="522583" cy="430320"/>
            <a:chOff x="1411123" y="1804229"/>
            <a:chExt cx="522583" cy="430320"/>
          </a:xfrm>
        </p:grpSpPr>
        <p:sp>
          <p:nvSpPr>
            <p:cNvPr id="157" name="TextBox 156"/>
            <p:cNvSpPr txBox="1"/>
            <p:nvPr/>
          </p:nvSpPr>
          <p:spPr>
            <a:xfrm>
              <a:off x="1438716" y="1926772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8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1411123" y="1804229"/>
              <a:ext cx="318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170" name="그룹 169"/>
          <p:cNvGrpSpPr/>
          <p:nvPr/>
        </p:nvGrpSpPr>
        <p:grpSpPr>
          <a:xfrm>
            <a:off x="2330155" y="1584850"/>
            <a:ext cx="590720" cy="442510"/>
            <a:chOff x="1555310" y="1390434"/>
            <a:chExt cx="590720" cy="442510"/>
          </a:xfrm>
        </p:grpSpPr>
        <p:sp>
          <p:nvSpPr>
            <p:cNvPr id="159" name="TextBox 158"/>
            <p:cNvSpPr txBox="1"/>
            <p:nvPr/>
          </p:nvSpPr>
          <p:spPr>
            <a:xfrm>
              <a:off x="1555310" y="1525167"/>
              <a:ext cx="5907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1</a:t>
              </a:r>
              <a:r>
                <a:rPr lang="en-US" altLang="ko-KR" sz="1400" baseline="-250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1660045" y="1390434"/>
              <a:ext cx="318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171" name="그룹 170"/>
          <p:cNvGrpSpPr/>
          <p:nvPr/>
        </p:nvGrpSpPr>
        <p:grpSpPr>
          <a:xfrm>
            <a:off x="2709954" y="1559140"/>
            <a:ext cx="735656" cy="402878"/>
            <a:chOff x="1882373" y="1321365"/>
            <a:chExt cx="735656" cy="402878"/>
          </a:xfrm>
        </p:grpSpPr>
        <p:sp>
          <p:nvSpPr>
            <p:cNvPr id="161" name="TextBox 160"/>
            <p:cNvSpPr txBox="1"/>
            <p:nvPr/>
          </p:nvSpPr>
          <p:spPr>
            <a:xfrm>
              <a:off x="1953295" y="1416466"/>
              <a:ext cx="664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11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1882373" y="1321365"/>
              <a:ext cx="318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sp>
        <p:nvSpPr>
          <p:cNvPr id="172" name="TextBox 171"/>
          <p:cNvSpPr txBox="1"/>
          <p:nvPr/>
        </p:nvSpPr>
        <p:spPr>
          <a:xfrm>
            <a:off x="2187395" y="2874415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1</a:t>
            </a:r>
            <a:endParaRPr lang="ko-KR" altLang="en-US" sz="1400" baseline="-25000" dirty="0">
              <a:solidFill>
                <a:srgbClr val="0066FF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4063558" y="2337656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2</a:t>
            </a:r>
            <a:endParaRPr lang="ko-KR" altLang="en-US" sz="1400" baseline="-25000" dirty="0">
              <a:solidFill>
                <a:srgbClr val="0066FF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6094392" y="976037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3</a:t>
            </a:r>
            <a:endParaRPr lang="ko-KR" altLang="en-US" sz="1400" baseline="-25000" dirty="0">
              <a:solidFill>
                <a:srgbClr val="0066FF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8325482" y="203671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4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8118458" y="1525133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5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6090078" y="3255158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6</a:t>
            </a:r>
            <a:endParaRPr lang="ko-KR" altLang="en-US" sz="1400" baseline="-25000" dirty="0">
              <a:solidFill>
                <a:srgbClr val="0066FF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8288967" y="2710926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7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8243897" y="3810791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8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cxnSp>
        <p:nvCxnSpPr>
          <p:cNvPr id="184" name="직선 화살표 연결선 183"/>
          <p:cNvCxnSpPr/>
          <p:nvPr/>
        </p:nvCxnSpPr>
        <p:spPr>
          <a:xfrm flipH="1">
            <a:off x="2541063" y="3431676"/>
            <a:ext cx="487474" cy="344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4036926" y="4642811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9</a:t>
            </a:r>
            <a:endParaRPr lang="ko-KR" altLang="en-US" sz="1400" baseline="-25000" dirty="0">
              <a:solidFill>
                <a:srgbClr val="0066FF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6226856" y="4511126"/>
            <a:ext cx="719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1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6408545" y="5682999"/>
            <a:ext cx="719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11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cxnSp>
        <p:nvCxnSpPr>
          <p:cNvPr id="189" name="직선 화살표 연결선 188"/>
          <p:cNvCxnSpPr/>
          <p:nvPr/>
        </p:nvCxnSpPr>
        <p:spPr>
          <a:xfrm flipH="1" flipV="1">
            <a:off x="2625515" y="3939953"/>
            <a:ext cx="305039" cy="18457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0" y="0"/>
            <a:ext cx="2094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Method</a:t>
            </a:r>
            <a:r>
              <a:rPr lang="ko-KR" altLang="en-US" sz="24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 </a:t>
            </a:r>
            <a:endParaRPr lang="ko-KR" altLang="en-US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422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  <p:bldP spid="65" grpId="0"/>
      <p:bldP spid="79" grpId="0"/>
      <p:bldP spid="80" grpId="0"/>
      <p:bldP spid="81" grpId="0"/>
      <p:bldP spid="85" grpId="0"/>
      <p:bldP spid="89" grpId="0"/>
      <p:bldP spid="112" grpId="0"/>
      <p:bldP spid="113" grpId="0"/>
      <p:bldP spid="172" grpId="0"/>
      <p:bldP spid="174" grpId="0"/>
      <p:bldP spid="176" grpId="0"/>
      <p:bldP spid="178" grpId="0"/>
      <p:bldP spid="179" grpId="0"/>
      <p:bldP spid="181" grpId="0"/>
      <p:bldP spid="182" grpId="0"/>
      <p:bldP spid="183" grpId="0"/>
      <p:bldP spid="186" grpId="0"/>
      <p:bldP spid="187" grpId="0"/>
      <p:bldP spid="18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908720"/>
            <a:ext cx="3425523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908720"/>
            <a:ext cx="2277715" cy="1574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그룹 29"/>
          <p:cNvGrpSpPr/>
          <p:nvPr/>
        </p:nvGrpSpPr>
        <p:grpSpPr>
          <a:xfrm>
            <a:off x="7159054" y="682823"/>
            <a:ext cx="653306" cy="307777"/>
            <a:chOff x="7159054" y="682823"/>
            <a:chExt cx="653306" cy="307777"/>
          </a:xfrm>
        </p:grpSpPr>
        <p:sp>
          <p:nvSpPr>
            <p:cNvPr id="6" name="TextBox 5"/>
            <p:cNvSpPr txBox="1"/>
            <p:nvPr/>
          </p:nvSpPr>
          <p:spPr>
            <a:xfrm>
              <a:off x="7317370" y="682823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8" name="직선 화살표 연결선 7"/>
            <p:cNvCxnSpPr>
              <a:stCxn id="6" idx="1"/>
            </p:cNvCxnSpPr>
            <p:nvPr/>
          </p:nvCxnSpPr>
          <p:spPr>
            <a:xfrm flipH="1">
              <a:off x="7159054" y="836712"/>
              <a:ext cx="158316" cy="72007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그룹 33"/>
          <p:cNvGrpSpPr/>
          <p:nvPr/>
        </p:nvGrpSpPr>
        <p:grpSpPr>
          <a:xfrm>
            <a:off x="1979712" y="3648287"/>
            <a:ext cx="1705521" cy="2304256"/>
            <a:chOff x="614123" y="3648287"/>
            <a:chExt cx="1705521" cy="2304256"/>
          </a:xfrm>
        </p:grpSpPr>
        <p:grpSp>
          <p:nvGrpSpPr>
            <p:cNvPr id="15" name="그룹 14"/>
            <p:cNvGrpSpPr/>
            <p:nvPr/>
          </p:nvGrpSpPr>
          <p:grpSpPr>
            <a:xfrm>
              <a:off x="614123" y="3648287"/>
              <a:ext cx="1594492" cy="2304256"/>
              <a:chOff x="110067" y="4437112"/>
              <a:chExt cx="1594492" cy="2304256"/>
            </a:xfrm>
          </p:grpSpPr>
          <p:cxnSp>
            <p:nvCxnSpPr>
              <p:cNvPr id="17" name="직선 연결선 16"/>
              <p:cNvCxnSpPr/>
              <p:nvPr/>
            </p:nvCxnSpPr>
            <p:spPr>
              <a:xfrm>
                <a:off x="1331640" y="4437112"/>
                <a:ext cx="0" cy="23042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/>
              <p:cNvCxnSpPr/>
              <p:nvPr/>
            </p:nvCxnSpPr>
            <p:spPr>
              <a:xfrm>
                <a:off x="1704559" y="4437112"/>
                <a:ext cx="0" cy="23042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/>
              <p:cNvCxnSpPr/>
              <p:nvPr/>
            </p:nvCxnSpPr>
            <p:spPr>
              <a:xfrm>
                <a:off x="179512" y="6525344"/>
                <a:ext cx="151216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19"/>
              <p:cNvSpPr txBox="1"/>
              <p:nvPr/>
            </p:nvSpPr>
            <p:spPr>
              <a:xfrm>
                <a:off x="606432" y="6255990"/>
                <a:ext cx="8692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1200" dirty="0" smtClean="0"/>
                  <a:t>       ptr</a:t>
                </a:r>
                <a:r>
                  <a:rPr lang="en-US" altLang="ko-KR" sz="1200" baseline="-25000" dirty="0" smtClean="0"/>
                  <a:t>1</a:t>
                </a:r>
                <a:endParaRPr lang="ko-KR" altLang="en-US" sz="1200" baseline="-25000" dirty="0"/>
              </a:p>
            </p:txBody>
          </p:sp>
          <p:cxnSp>
            <p:nvCxnSpPr>
              <p:cNvPr id="27" name="직선 연결선 26"/>
              <p:cNvCxnSpPr/>
              <p:nvPr/>
            </p:nvCxnSpPr>
            <p:spPr>
              <a:xfrm>
                <a:off x="179512" y="6293882"/>
                <a:ext cx="151216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/>
              <p:cNvSpPr txBox="1"/>
              <p:nvPr/>
            </p:nvSpPr>
            <p:spPr>
              <a:xfrm>
                <a:off x="110067" y="6255990"/>
                <a:ext cx="93354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1200" dirty="0" smtClean="0"/>
                  <a:t>inorder( )</a:t>
                </a:r>
                <a:r>
                  <a:rPr lang="en-US" altLang="ko-KR" sz="1200" baseline="-25000" dirty="0" smtClean="0"/>
                  <a:t>1</a:t>
                </a:r>
                <a:endParaRPr lang="ko-KR" altLang="en-US" sz="1200" baseline="-25000" dirty="0"/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1815588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6307342" y="754831"/>
            <a:ext cx="494990" cy="513929"/>
            <a:chOff x="7238212" y="624541"/>
            <a:chExt cx="494990" cy="513929"/>
          </a:xfrm>
        </p:grpSpPr>
        <p:sp>
          <p:nvSpPr>
            <p:cNvPr id="46" name="TextBox 45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2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47" name="직선 화살표 연결선 46"/>
            <p:cNvCxnSpPr>
              <a:stCxn id="46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432" name="그룹 18431"/>
          <p:cNvGrpSpPr/>
          <p:nvPr/>
        </p:nvGrpSpPr>
        <p:grpSpPr>
          <a:xfrm>
            <a:off x="3730575" y="3648287"/>
            <a:ext cx="1705521" cy="2304256"/>
            <a:chOff x="1907704" y="3648287"/>
            <a:chExt cx="1705521" cy="2304256"/>
          </a:xfrm>
        </p:grpSpPr>
        <p:cxnSp>
          <p:nvCxnSpPr>
            <p:cNvPr id="39" name="직선 연결선 38"/>
            <p:cNvCxnSpPr/>
            <p:nvPr/>
          </p:nvCxnSpPr>
          <p:spPr>
            <a:xfrm>
              <a:off x="3129277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/>
            <p:cNvCxnSpPr/>
            <p:nvPr/>
          </p:nvCxnSpPr>
          <p:spPr>
            <a:xfrm>
              <a:off x="3502196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/>
            <p:cNvCxnSpPr/>
            <p:nvPr/>
          </p:nvCxnSpPr>
          <p:spPr>
            <a:xfrm>
              <a:off x="1977149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19"/>
            <p:cNvSpPr txBox="1"/>
            <p:nvPr/>
          </p:nvSpPr>
          <p:spPr>
            <a:xfrm>
              <a:off x="2404069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43" name="직선 연결선 42"/>
            <p:cNvCxnSpPr/>
            <p:nvPr/>
          </p:nvCxnSpPr>
          <p:spPr>
            <a:xfrm>
              <a:off x="1977149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1907704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109169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57" name="TextBox 19"/>
            <p:cNvSpPr txBox="1"/>
            <p:nvPr/>
          </p:nvSpPr>
          <p:spPr>
            <a:xfrm>
              <a:off x="2404069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58" name="직선 연결선 57"/>
            <p:cNvCxnSpPr/>
            <p:nvPr/>
          </p:nvCxnSpPr>
          <p:spPr>
            <a:xfrm>
              <a:off x="1977149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1907704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109169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18433" name="그룹 18432"/>
          <p:cNvGrpSpPr/>
          <p:nvPr/>
        </p:nvGrpSpPr>
        <p:grpSpPr>
          <a:xfrm>
            <a:off x="5489273" y="3648287"/>
            <a:ext cx="1705521" cy="2304256"/>
            <a:chOff x="3635896" y="3648287"/>
            <a:chExt cx="1705521" cy="2304256"/>
          </a:xfrm>
        </p:grpSpPr>
        <p:cxnSp>
          <p:nvCxnSpPr>
            <p:cNvPr id="61" name="직선 연결선 60"/>
            <p:cNvCxnSpPr/>
            <p:nvPr/>
          </p:nvCxnSpPr>
          <p:spPr>
            <a:xfrm>
              <a:off x="4857469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/>
            <p:cNvCxnSpPr/>
            <p:nvPr/>
          </p:nvCxnSpPr>
          <p:spPr>
            <a:xfrm>
              <a:off x="5230388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/>
            <p:cNvCxnSpPr/>
            <p:nvPr/>
          </p:nvCxnSpPr>
          <p:spPr>
            <a:xfrm>
              <a:off x="3705341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19"/>
            <p:cNvSpPr txBox="1"/>
            <p:nvPr/>
          </p:nvSpPr>
          <p:spPr>
            <a:xfrm>
              <a:off x="4132261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65" name="직선 연결선 64"/>
            <p:cNvCxnSpPr/>
            <p:nvPr/>
          </p:nvCxnSpPr>
          <p:spPr>
            <a:xfrm>
              <a:off x="3705341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3635896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837361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68" name="TextBox 19"/>
            <p:cNvSpPr txBox="1"/>
            <p:nvPr/>
          </p:nvSpPr>
          <p:spPr>
            <a:xfrm>
              <a:off x="4132261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69" name="직선 연결선 68"/>
            <p:cNvCxnSpPr/>
            <p:nvPr/>
          </p:nvCxnSpPr>
          <p:spPr>
            <a:xfrm>
              <a:off x="3705341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3635896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837361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72" name="TextBox 19"/>
            <p:cNvSpPr txBox="1"/>
            <p:nvPr/>
          </p:nvSpPr>
          <p:spPr>
            <a:xfrm>
              <a:off x="4132261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73" name="직선 연결선 72"/>
            <p:cNvCxnSpPr/>
            <p:nvPr/>
          </p:nvCxnSpPr>
          <p:spPr>
            <a:xfrm>
              <a:off x="3705341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3635896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4837361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80" name="그룹 79"/>
          <p:cNvGrpSpPr/>
          <p:nvPr/>
        </p:nvGrpSpPr>
        <p:grpSpPr>
          <a:xfrm>
            <a:off x="5905924" y="1062608"/>
            <a:ext cx="494990" cy="513929"/>
            <a:chOff x="7238212" y="624541"/>
            <a:chExt cx="494990" cy="513929"/>
          </a:xfrm>
        </p:grpSpPr>
        <p:sp>
          <p:nvSpPr>
            <p:cNvPr id="81" name="TextBox 80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3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82" name="직선 화살표 연결선 81"/>
            <p:cNvCxnSpPr>
              <a:stCxn id="81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그룹 97"/>
          <p:cNvGrpSpPr/>
          <p:nvPr/>
        </p:nvGrpSpPr>
        <p:grpSpPr>
          <a:xfrm>
            <a:off x="5552857" y="1326352"/>
            <a:ext cx="494990" cy="513929"/>
            <a:chOff x="7238212" y="624541"/>
            <a:chExt cx="494990" cy="513929"/>
          </a:xfrm>
        </p:grpSpPr>
        <p:sp>
          <p:nvSpPr>
            <p:cNvPr id="99" name="TextBox 98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4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00" name="직선 화살표 연결선 99"/>
            <p:cNvCxnSpPr>
              <a:stCxn id="99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435" name="그룹 18434"/>
          <p:cNvGrpSpPr/>
          <p:nvPr/>
        </p:nvGrpSpPr>
        <p:grpSpPr>
          <a:xfrm>
            <a:off x="7258967" y="3648287"/>
            <a:ext cx="1705521" cy="2304256"/>
            <a:chOff x="5333582" y="3648287"/>
            <a:chExt cx="1705521" cy="2304256"/>
          </a:xfrm>
        </p:grpSpPr>
        <p:cxnSp>
          <p:nvCxnSpPr>
            <p:cNvPr id="83" name="직선 연결선 82"/>
            <p:cNvCxnSpPr/>
            <p:nvPr/>
          </p:nvCxnSpPr>
          <p:spPr>
            <a:xfrm>
              <a:off x="6555155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83"/>
            <p:cNvCxnSpPr/>
            <p:nvPr/>
          </p:nvCxnSpPr>
          <p:spPr>
            <a:xfrm>
              <a:off x="6928074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/>
            <p:cNvCxnSpPr/>
            <p:nvPr/>
          </p:nvCxnSpPr>
          <p:spPr>
            <a:xfrm>
              <a:off x="5403027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19"/>
            <p:cNvSpPr txBox="1"/>
            <p:nvPr/>
          </p:nvSpPr>
          <p:spPr>
            <a:xfrm>
              <a:off x="5829947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87" name="직선 연결선 86"/>
            <p:cNvCxnSpPr/>
            <p:nvPr/>
          </p:nvCxnSpPr>
          <p:spPr>
            <a:xfrm>
              <a:off x="5403027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/>
            <p:cNvSpPr txBox="1"/>
            <p:nvPr/>
          </p:nvSpPr>
          <p:spPr>
            <a:xfrm>
              <a:off x="5333582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6535047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90" name="TextBox 19"/>
            <p:cNvSpPr txBox="1"/>
            <p:nvPr/>
          </p:nvSpPr>
          <p:spPr>
            <a:xfrm>
              <a:off x="5829947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91" name="직선 연결선 90"/>
            <p:cNvCxnSpPr/>
            <p:nvPr/>
          </p:nvCxnSpPr>
          <p:spPr>
            <a:xfrm>
              <a:off x="5403027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/>
            <p:cNvSpPr txBox="1"/>
            <p:nvPr/>
          </p:nvSpPr>
          <p:spPr>
            <a:xfrm>
              <a:off x="5333582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6535047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94" name="TextBox 19"/>
            <p:cNvSpPr txBox="1"/>
            <p:nvPr/>
          </p:nvSpPr>
          <p:spPr>
            <a:xfrm>
              <a:off x="5829947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95" name="직선 연결선 94"/>
            <p:cNvCxnSpPr/>
            <p:nvPr/>
          </p:nvCxnSpPr>
          <p:spPr>
            <a:xfrm>
              <a:off x="5403027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5333582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535047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01" name="TextBox 19"/>
            <p:cNvSpPr txBox="1"/>
            <p:nvPr/>
          </p:nvSpPr>
          <p:spPr>
            <a:xfrm>
              <a:off x="5829947" y="4750336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cxnSp>
          <p:nvCxnSpPr>
            <p:cNvPr id="102" name="직선 연결선 101"/>
            <p:cNvCxnSpPr/>
            <p:nvPr/>
          </p:nvCxnSpPr>
          <p:spPr>
            <a:xfrm>
              <a:off x="5403027" y="478822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/>
            <p:cNvSpPr txBox="1"/>
            <p:nvPr/>
          </p:nvSpPr>
          <p:spPr>
            <a:xfrm>
              <a:off x="5333582" y="4750336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6535047" y="474269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18437" name="그룹 18436"/>
          <p:cNvGrpSpPr/>
          <p:nvPr/>
        </p:nvGrpSpPr>
        <p:grpSpPr>
          <a:xfrm>
            <a:off x="251520" y="3648287"/>
            <a:ext cx="1525047" cy="2304256"/>
            <a:chOff x="251520" y="3648287"/>
            <a:chExt cx="1525047" cy="2304256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1403648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/>
            <p:cNvCxnSpPr/>
            <p:nvPr/>
          </p:nvCxnSpPr>
          <p:spPr>
            <a:xfrm>
              <a:off x="1776567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/>
            <p:cNvCxnSpPr/>
            <p:nvPr/>
          </p:nvCxnSpPr>
          <p:spPr>
            <a:xfrm>
              <a:off x="251520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TextBox 104"/>
          <p:cNvSpPr txBox="1"/>
          <p:nvPr/>
        </p:nvSpPr>
        <p:spPr>
          <a:xfrm>
            <a:off x="0" y="0"/>
            <a:ext cx="2094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Method</a:t>
            </a:r>
            <a:r>
              <a:rPr lang="ko-KR" altLang="en-US" sz="24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400" b="1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 </a:t>
            </a:r>
            <a:endParaRPr lang="ko-KR" altLang="en-US" sz="2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561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4</a:t>
            </a:fld>
            <a:endParaRPr lang="ko-KR" alt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908720"/>
            <a:ext cx="3425523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908720"/>
            <a:ext cx="2277715" cy="1574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그룹 29"/>
          <p:cNvGrpSpPr/>
          <p:nvPr/>
        </p:nvGrpSpPr>
        <p:grpSpPr>
          <a:xfrm>
            <a:off x="7159054" y="682823"/>
            <a:ext cx="653306" cy="307777"/>
            <a:chOff x="7159054" y="682823"/>
            <a:chExt cx="653306" cy="307777"/>
          </a:xfrm>
        </p:grpSpPr>
        <p:sp>
          <p:nvSpPr>
            <p:cNvPr id="6" name="TextBox 5"/>
            <p:cNvSpPr txBox="1"/>
            <p:nvPr/>
          </p:nvSpPr>
          <p:spPr>
            <a:xfrm>
              <a:off x="7317370" y="682823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8" name="직선 화살표 연결선 7"/>
            <p:cNvCxnSpPr>
              <a:stCxn id="6" idx="1"/>
            </p:cNvCxnSpPr>
            <p:nvPr/>
          </p:nvCxnSpPr>
          <p:spPr>
            <a:xfrm flipH="1">
              <a:off x="7159054" y="836712"/>
              <a:ext cx="158316" cy="72007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/>
          <p:cNvGrpSpPr/>
          <p:nvPr/>
        </p:nvGrpSpPr>
        <p:grpSpPr>
          <a:xfrm>
            <a:off x="6307342" y="754831"/>
            <a:ext cx="494990" cy="513929"/>
            <a:chOff x="7238212" y="624541"/>
            <a:chExt cx="494990" cy="513929"/>
          </a:xfrm>
        </p:grpSpPr>
        <p:sp>
          <p:nvSpPr>
            <p:cNvPr id="46" name="TextBox 45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2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47" name="직선 화살표 연결선 46"/>
            <p:cNvCxnSpPr>
              <a:stCxn id="46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그룹 79"/>
          <p:cNvGrpSpPr/>
          <p:nvPr/>
        </p:nvGrpSpPr>
        <p:grpSpPr>
          <a:xfrm>
            <a:off x="5905924" y="1062608"/>
            <a:ext cx="494990" cy="513929"/>
            <a:chOff x="7238212" y="624541"/>
            <a:chExt cx="494990" cy="513929"/>
          </a:xfrm>
        </p:grpSpPr>
        <p:sp>
          <p:nvSpPr>
            <p:cNvPr id="81" name="TextBox 80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3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82" name="직선 화살표 연결선 81"/>
            <p:cNvCxnSpPr>
              <a:stCxn id="81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그룹 97"/>
          <p:cNvGrpSpPr/>
          <p:nvPr/>
        </p:nvGrpSpPr>
        <p:grpSpPr>
          <a:xfrm>
            <a:off x="5552857" y="1326352"/>
            <a:ext cx="494990" cy="513929"/>
            <a:chOff x="7238212" y="624541"/>
            <a:chExt cx="494990" cy="513929"/>
          </a:xfrm>
        </p:grpSpPr>
        <p:sp>
          <p:nvSpPr>
            <p:cNvPr id="99" name="TextBox 98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4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00" name="직선 화살표 연결선 99"/>
            <p:cNvCxnSpPr>
              <a:stCxn id="99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그룹 141"/>
          <p:cNvGrpSpPr/>
          <p:nvPr/>
        </p:nvGrpSpPr>
        <p:grpSpPr>
          <a:xfrm>
            <a:off x="5155532" y="1695872"/>
            <a:ext cx="494990" cy="513929"/>
            <a:chOff x="7238212" y="624541"/>
            <a:chExt cx="494990" cy="513929"/>
          </a:xfrm>
        </p:grpSpPr>
        <p:sp>
          <p:nvSpPr>
            <p:cNvPr id="143" name="TextBox 142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5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44" name="직선 화살표 연결선 143"/>
            <p:cNvCxnSpPr>
              <a:stCxn id="143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/>
          <p:cNvGrpSpPr/>
          <p:nvPr/>
        </p:nvGrpSpPr>
        <p:grpSpPr>
          <a:xfrm>
            <a:off x="1955628" y="3648287"/>
            <a:ext cx="1743999" cy="2304256"/>
            <a:chOff x="1955628" y="3648287"/>
            <a:chExt cx="1743999" cy="2304256"/>
          </a:xfrm>
        </p:grpSpPr>
        <p:cxnSp>
          <p:nvCxnSpPr>
            <p:cNvPr id="120" name="직선 연결선 119"/>
            <p:cNvCxnSpPr/>
            <p:nvPr/>
          </p:nvCxnSpPr>
          <p:spPr>
            <a:xfrm>
              <a:off x="3177201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직선 연결선 120"/>
            <p:cNvCxnSpPr/>
            <p:nvPr/>
          </p:nvCxnSpPr>
          <p:spPr>
            <a:xfrm>
              <a:off x="3550120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연결선 121"/>
            <p:cNvCxnSpPr/>
            <p:nvPr/>
          </p:nvCxnSpPr>
          <p:spPr>
            <a:xfrm>
              <a:off x="2025073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9"/>
            <p:cNvSpPr txBox="1"/>
            <p:nvPr/>
          </p:nvSpPr>
          <p:spPr>
            <a:xfrm>
              <a:off x="2451993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124" name="직선 연결선 123"/>
            <p:cNvCxnSpPr/>
            <p:nvPr/>
          </p:nvCxnSpPr>
          <p:spPr>
            <a:xfrm>
              <a:off x="2025073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/>
            <p:cNvSpPr txBox="1"/>
            <p:nvPr/>
          </p:nvSpPr>
          <p:spPr>
            <a:xfrm>
              <a:off x="1955628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3157093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27" name="TextBox 19"/>
            <p:cNvSpPr txBox="1"/>
            <p:nvPr/>
          </p:nvSpPr>
          <p:spPr>
            <a:xfrm>
              <a:off x="2451993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128" name="직선 연결선 127"/>
            <p:cNvCxnSpPr/>
            <p:nvPr/>
          </p:nvCxnSpPr>
          <p:spPr>
            <a:xfrm>
              <a:off x="2025073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/>
            <p:cNvSpPr txBox="1"/>
            <p:nvPr/>
          </p:nvSpPr>
          <p:spPr>
            <a:xfrm>
              <a:off x="1955628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157093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31" name="TextBox 19"/>
            <p:cNvSpPr txBox="1"/>
            <p:nvPr/>
          </p:nvSpPr>
          <p:spPr>
            <a:xfrm>
              <a:off x="2451993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132" name="직선 연결선 131"/>
            <p:cNvCxnSpPr/>
            <p:nvPr/>
          </p:nvCxnSpPr>
          <p:spPr>
            <a:xfrm>
              <a:off x="2025073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Box 132"/>
            <p:cNvSpPr txBox="1"/>
            <p:nvPr/>
          </p:nvSpPr>
          <p:spPr>
            <a:xfrm>
              <a:off x="1955628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3157093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35" name="TextBox 19"/>
            <p:cNvSpPr txBox="1"/>
            <p:nvPr/>
          </p:nvSpPr>
          <p:spPr>
            <a:xfrm>
              <a:off x="2451993" y="4750336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cxnSp>
          <p:nvCxnSpPr>
            <p:cNvPr id="136" name="직선 연결선 135"/>
            <p:cNvCxnSpPr/>
            <p:nvPr/>
          </p:nvCxnSpPr>
          <p:spPr>
            <a:xfrm>
              <a:off x="2025073" y="478822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TextBox 136"/>
            <p:cNvSpPr txBox="1"/>
            <p:nvPr/>
          </p:nvSpPr>
          <p:spPr>
            <a:xfrm>
              <a:off x="1955628" y="4750336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3157093" y="474269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39" name="TextBox 19"/>
            <p:cNvSpPr txBox="1"/>
            <p:nvPr/>
          </p:nvSpPr>
          <p:spPr>
            <a:xfrm>
              <a:off x="2451993" y="4511229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/>
                <a:t>5</a:t>
              </a:r>
              <a:endParaRPr lang="ko-KR" altLang="en-US" sz="1200" baseline="-25000" dirty="0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1955628" y="4511229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5</a:t>
              </a:r>
              <a:endParaRPr lang="ko-KR" altLang="en-US" sz="1200" baseline="-25000" dirty="0"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3157093" y="450358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cxnSp>
          <p:nvCxnSpPr>
            <p:cNvPr id="145" name="직선 연결선 144"/>
            <p:cNvCxnSpPr/>
            <p:nvPr/>
          </p:nvCxnSpPr>
          <p:spPr>
            <a:xfrm>
              <a:off x="2025073" y="454751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9"/>
            <p:cNvSpPr txBox="1"/>
            <p:nvPr/>
          </p:nvSpPr>
          <p:spPr>
            <a:xfrm>
              <a:off x="2451993" y="426502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6</a:t>
              </a:r>
              <a:endParaRPr lang="ko-KR" altLang="en-US" sz="1200" baseline="-25000" dirty="0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1955628" y="426502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6</a:t>
              </a:r>
              <a:endParaRPr lang="ko-KR" altLang="en-US" sz="1200" baseline="-25000" dirty="0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3195571" y="4273195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FF0000"/>
                  </a:solidFill>
                </a:rPr>
                <a:t>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18" name="직선 연결선 117"/>
            <p:cNvCxnSpPr/>
            <p:nvPr/>
          </p:nvCxnSpPr>
          <p:spPr>
            <a:xfrm>
              <a:off x="2025073" y="430130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/>
          <p:cNvSpPr txBox="1"/>
          <p:nvPr/>
        </p:nvSpPr>
        <p:spPr>
          <a:xfrm>
            <a:off x="3852115" y="6212411"/>
            <a:ext cx="1564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Output: A</a:t>
            </a:r>
            <a:endParaRPr lang="ko-KR" altLang="en-US" sz="1600" dirty="0"/>
          </a:p>
        </p:txBody>
      </p:sp>
      <p:grpSp>
        <p:nvGrpSpPr>
          <p:cNvPr id="50" name="그룹 49"/>
          <p:cNvGrpSpPr/>
          <p:nvPr/>
        </p:nvGrpSpPr>
        <p:grpSpPr>
          <a:xfrm>
            <a:off x="3696992" y="3648287"/>
            <a:ext cx="1705521" cy="2304256"/>
            <a:chOff x="1979712" y="3648287"/>
            <a:chExt cx="1705521" cy="2304256"/>
          </a:xfrm>
        </p:grpSpPr>
        <p:cxnSp>
          <p:nvCxnSpPr>
            <p:cNvPr id="146" name="직선 연결선 145"/>
            <p:cNvCxnSpPr/>
            <p:nvPr/>
          </p:nvCxnSpPr>
          <p:spPr>
            <a:xfrm>
              <a:off x="3201285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직선 연결선 146"/>
            <p:cNvCxnSpPr/>
            <p:nvPr/>
          </p:nvCxnSpPr>
          <p:spPr>
            <a:xfrm>
              <a:off x="3574204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직선 연결선 147"/>
            <p:cNvCxnSpPr/>
            <p:nvPr/>
          </p:nvCxnSpPr>
          <p:spPr>
            <a:xfrm>
              <a:off x="2049157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TextBox 19"/>
            <p:cNvSpPr txBox="1"/>
            <p:nvPr/>
          </p:nvSpPr>
          <p:spPr>
            <a:xfrm>
              <a:off x="2476077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150" name="직선 연결선 149"/>
            <p:cNvCxnSpPr/>
            <p:nvPr/>
          </p:nvCxnSpPr>
          <p:spPr>
            <a:xfrm>
              <a:off x="2049157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TextBox 150"/>
            <p:cNvSpPr txBox="1"/>
            <p:nvPr/>
          </p:nvSpPr>
          <p:spPr>
            <a:xfrm>
              <a:off x="1979712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3181177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53" name="TextBox 19"/>
            <p:cNvSpPr txBox="1"/>
            <p:nvPr/>
          </p:nvSpPr>
          <p:spPr>
            <a:xfrm>
              <a:off x="2476077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154" name="직선 연결선 153"/>
            <p:cNvCxnSpPr/>
            <p:nvPr/>
          </p:nvCxnSpPr>
          <p:spPr>
            <a:xfrm>
              <a:off x="2049157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TextBox 154"/>
            <p:cNvSpPr txBox="1"/>
            <p:nvPr/>
          </p:nvSpPr>
          <p:spPr>
            <a:xfrm>
              <a:off x="1979712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3181177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57" name="TextBox 19"/>
            <p:cNvSpPr txBox="1"/>
            <p:nvPr/>
          </p:nvSpPr>
          <p:spPr>
            <a:xfrm>
              <a:off x="2476077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158" name="직선 연결선 157"/>
            <p:cNvCxnSpPr/>
            <p:nvPr/>
          </p:nvCxnSpPr>
          <p:spPr>
            <a:xfrm>
              <a:off x="2049157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TextBox 158"/>
            <p:cNvSpPr txBox="1"/>
            <p:nvPr/>
          </p:nvSpPr>
          <p:spPr>
            <a:xfrm>
              <a:off x="1979712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3181177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61" name="TextBox 19"/>
            <p:cNvSpPr txBox="1"/>
            <p:nvPr/>
          </p:nvSpPr>
          <p:spPr>
            <a:xfrm>
              <a:off x="2476077" y="4750336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cxnSp>
          <p:nvCxnSpPr>
            <p:cNvPr id="162" name="직선 연결선 161"/>
            <p:cNvCxnSpPr/>
            <p:nvPr/>
          </p:nvCxnSpPr>
          <p:spPr>
            <a:xfrm>
              <a:off x="2049157" y="478822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TextBox 162"/>
            <p:cNvSpPr txBox="1"/>
            <p:nvPr/>
          </p:nvSpPr>
          <p:spPr>
            <a:xfrm>
              <a:off x="1979712" y="4750336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3181177" y="474269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65" name="TextBox 19"/>
            <p:cNvSpPr txBox="1"/>
            <p:nvPr/>
          </p:nvSpPr>
          <p:spPr>
            <a:xfrm>
              <a:off x="2476077" y="4511229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/>
                <a:t>5</a:t>
              </a:r>
              <a:endParaRPr lang="ko-KR" altLang="en-US" sz="1200" baseline="-25000" dirty="0"/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1979712" y="4511229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5</a:t>
              </a:r>
              <a:endParaRPr lang="ko-KR" altLang="en-US" sz="1200" baseline="-25000" dirty="0"/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3181177" y="450358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cxnSp>
          <p:nvCxnSpPr>
            <p:cNvPr id="168" name="직선 연결선 167"/>
            <p:cNvCxnSpPr/>
            <p:nvPr/>
          </p:nvCxnSpPr>
          <p:spPr>
            <a:xfrm>
              <a:off x="2049157" y="454751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그룹 55"/>
          <p:cNvGrpSpPr/>
          <p:nvPr/>
        </p:nvGrpSpPr>
        <p:grpSpPr>
          <a:xfrm>
            <a:off x="5469937" y="3648287"/>
            <a:ext cx="1758082" cy="2304256"/>
            <a:chOff x="5469937" y="3648287"/>
            <a:chExt cx="1758082" cy="2304256"/>
          </a:xfrm>
        </p:grpSpPr>
        <p:cxnSp>
          <p:nvCxnSpPr>
            <p:cNvPr id="254" name="직선 연결선 253"/>
            <p:cNvCxnSpPr/>
            <p:nvPr/>
          </p:nvCxnSpPr>
          <p:spPr>
            <a:xfrm>
              <a:off x="6691510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직선 연결선 254"/>
            <p:cNvCxnSpPr/>
            <p:nvPr/>
          </p:nvCxnSpPr>
          <p:spPr>
            <a:xfrm>
              <a:off x="7064429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직선 연결선 255"/>
            <p:cNvCxnSpPr/>
            <p:nvPr/>
          </p:nvCxnSpPr>
          <p:spPr>
            <a:xfrm>
              <a:off x="5539382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7" name="TextBox 19"/>
            <p:cNvSpPr txBox="1"/>
            <p:nvPr/>
          </p:nvSpPr>
          <p:spPr>
            <a:xfrm>
              <a:off x="5966302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58" name="직선 연결선 257"/>
            <p:cNvCxnSpPr/>
            <p:nvPr/>
          </p:nvCxnSpPr>
          <p:spPr>
            <a:xfrm>
              <a:off x="5539382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9" name="TextBox 258"/>
            <p:cNvSpPr txBox="1"/>
            <p:nvPr/>
          </p:nvSpPr>
          <p:spPr>
            <a:xfrm>
              <a:off x="5469937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6671402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61" name="TextBox 19"/>
            <p:cNvSpPr txBox="1"/>
            <p:nvPr/>
          </p:nvSpPr>
          <p:spPr>
            <a:xfrm>
              <a:off x="5966302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62" name="직선 연결선 261"/>
            <p:cNvCxnSpPr/>
            <p:nvPr/>
          </p:nvCxnSpPr>
          <p:spPr>
            <a:xfrm>
              <a:off x="5539382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TextBox 262"/>
            <p:cNvSpPr txBox="1"/>
            <p:nvPr/>
          </p:nvSpPr>
          <p:spPr>
            <a:xfrm>
              <a:off x="5469937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6671402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65" name="TextBox 19"/>
            <p:cNvSpPr txBox="1"/>
            <p:nvPr/>
          </p:nvSpPr>
          <p:spPr>
            <a:xfrm>
              <a:off x="5966302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>
              <a:off x="5539382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5469937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268" name="TextBox 267"/>
            <p:cNvSpPr txBox="1"/>
            <p:nvPr/>
          </p:nvSpPr>
          <p:spPr>
            <a:xfrm>
              <a:off x="6671402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69" name="TextBox 19"/>
            <p:cNvSpPr txBox="1"/>
            <p:nvPr/>
          </p:nvSpPr>
          <p:spPr>
            <a:xfrm>
              <a:off x="5966302" y="4750336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>
              <a:off x="5539382" y="478822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5469937" y="4750336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6671402" y="474269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73" name="TextBox 19"/>
            <p:cNvSpPr txBox="1"/>
            <p:nvPr/>
          </p:nvSpPr>
          <p:spPr>
            <a:xfrm>
              <a:off x="5966302" y="4511229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/>
                <a:t>5</a:t>
              </a:r>
              <a:endParaRPr lang="ko-KR" altLang="en-US" sz="1200" baseline="-25000" dirty="0"/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5469937" y="4511229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5</a:t>
              </a:r>
              <a:endParaRPr lang="ko-KR" altLang="en-US" sz="1200" baseline="-25000" dirty="0"/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6671402" y="450358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cxnSp>
          <p:nvCxnSpPr>
            <p:cNvPr id="276" name="직선 연결선 275"/>
            <p:cNvCxnSpPr/>
            <p:nvPr/>
          </p:nvCxnSpPr>
          <p:spPr>
            <a:xfrm>
              <a:off x="5539382" y="454751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19"/>
            <p:cNvSpPr txBox="1"/>
            <p:nvPr/>
          </p:nvSpPr>
          <p:spPr>
            <a:xfrm>
              <a:off x="5966302" y="427579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7</a:t>
              </a:r>
              <a:endParaRPr lang="ko-KR" altLang="en-US" sz="1200" baseline="-25000" dirty="0"/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5469937" y="427579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7</a:t>
              </a:r>
              <a:endParaRPr lang="ko-KR" altLang="en-US" sz="1200" baseline="-25000" dirty="0"/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6723963" y="4294859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FF0000"/>
                  </a:solidFill>
                </a:rPr>
                <a:t>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280" name="직선 연결선 279"/>
            <p:cNvCxnSpPr/>
            <p:nvPr/>
          </p:nvCxnSpPr>
          <p:spPr>
            <a:xfrm>
              <a:off x="5539382" y="4312086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그룹 75"/>
          <p:cNvGrpSpPr/>
          <p:nvPr/>
        </p:nvGrpSpPr>
        <p:grpSpPr>
          <a:xfrm>
            <a:off x="7324614" y="3648287"/>
            <a:ext cx="1705521" cy="2304256"/>
            <a:chOff x="7324614" y="3648287"/>
            <a:chExt cx="1705521" cy="2304256"/>
          </a:xfrm>
        </p:grpSpPr>
        <p:cxnSp>
          <p:nvCxnSpPr>
            <p:cNvPr id="283" name="직선 연결선 282"/>
            <p:cNvCxnSpPr/>
            <p:nvPr/>
          </p:nvCxnSpPr>
          <p:spPr>
            <a:xfrm>
              <a:off x="8546187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직선 연결선 283"/>
            <p:cNvCxnSpPr/>
            <p:nvPr/>
          </p:nvCxnSpPr>
          <p:spPr>
            <a:xfrm>
              <a:off x="8919106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직선 연결선 284"/>
            <p:cNvCxnSpPr/>
            <p:nvPr/>
          </p:nvCxnSpPr>
          <p:spPr>
            <a:xfrm>
              <a:off x="7394059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6" name="TextBox 19"/>
            <p:cNvSpPr txBox="1"/>
            <p:nvPr/>
          </p:nvSpPr>
          <p:spPr>
            <a:xfrm>
              <a:off x="7820979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87" name="직선 연결선 286"/>
            <p:cNvCxnSpPr/>
            <p:nvPr/>
          </p:nvCxnSpPr>
          <p:spPr>
            <a:xfrm>
              <a:off x="7394059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24614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8526079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90" name="TextBox 19"/>
            <p:cNvSpPr txBox="1"/>
            <p:nvPr/>
          </p:nvSpPr>
          <p:spPr>
            <a:xfrm>
              <a:off x="7820979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91" name="직선 연결선 290"/>
            <p:cNvCxnSpPr/>
            <p:nvPr/>
          </p:nvCxnSpPr>
          <p:spPr>
            <a:xfrm>
              <a:off x="7394059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2" name="TextBox 291"/>
            <p:cNvSpPr txBox="1"/>
            <p:nvPr/>
          </p:nvSpPr>
          <p:spPr>
            <a:xfrm>
              <a:off x="7324614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293" name="TextBox 292"/>
            <p:cNvSpPr txBox="1"/>
            <p:nvPr/>
          </p:nvSpPr>
          <p:spPr>
            <a:xfrm>
              <a:off x="8526079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94" name="TextBox 19"/>
            <p:cNvSpPr txBox="1"/>
            <p:nvPr/>
          </p:nvSpPr>
          <p:spPr>
            <a:xfrm>
              <a:off x="7820979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295" name="직선 연결선 294"/>
            <p:cNvCxnSpPr/>
            <p:nvPr/>
          </p:nvCxnSpPr>
          <p:spPr>
            <a:xfrm>
              <a:off x="7394059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6" name="TextBox 295"/>
            <p:cNvSpPr txBox="1"/>
            <p:nvPr/>
          </p:nvSpPr>
          <p:spPr>
            <a:xfrm>
              <a:off x="7324614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297" name="TextBox 296"/>
            <p:cNvSpPr txBox="1"/>
            <p:nvPr/>
          </p:nvSpPr>
          <p:spPr>
            <a:xfrm>
              <a:off x="8526079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98" name="TextBox 19"/>
            <p:cNvSpPr txBox="1"/>
            <p:nvPr/>
          </p:nvSpPr>
          <p:spPr>
            <a:xfrm>
              <a:off x="7820979" y="4750336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cxnSp>
          <p:nvCxnSpPr>
            <p:cNvPr id="299" name="직선 연결선 298"/>
            <p:cNvCxnSpPr/>
            <p:nvPr/>
          </p:nvCxnSpPr>
          <p:spPr>
            <a:xfrm>
              <a:off x="7394059" y="478822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TextBox 299"/>
            <p:cNvSpPr txBox="1"/>
            <p:nvPr/>
          </p:nvSpPr>
          <p:spPr>
            <a:xfrm>
              <a:off x="7324614" y="4750336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sp>
          <p:nvSpPr>
            <p:cNvPr id="301" name="TextBox 300"/>
            <p:cNvSpPr txBox="1"/>
            <p:nvPr/>
          </p:nvSpPr>
          <p:spPr>
            <a:xfrm>
              <a:off x="8526079" y="474269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02" name="TextBox 19"/>
            <p:cNvSpPr txBox="1"/>
            <p:nvPr/>
          </p:nvSpPr>
          <p:spPr>
            <a:xfrm>
              <a:off x="7820979" y="4511229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/>
                <a:t>5</a:t>
              </a:r>
              <a:endParaRPr lang="ko-KR" altLang="en-US" sz="1200" baseline="-25000" dirty="0"/>
            </a:p>
          </p:txBody>
        </p:sp>
        <p:sp>
          <p:nvSpPr>
            <p:cNvPr id="303" name="TextBox 302"/>
            <p:cNvSpPr txBox="1"/>
            <p:nvPr/>
          </p:nvSpPr>
          <p:spPr>
            <a:xfrm>
              <a:off x="7324614" y="4511229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5</a:t>
              </a:r>
              <a:endParaRPr lang="ko-KR" altLang="en-US" sz="1200" baseline="-25000" dirty="0"/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8526079" y="450358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cxnSp>
          <p:nvCxnSpPr>
            <p:cNvPr id="305" name="직선 연결선 304"/>
            <p:cNvCxnSpPr/>
            <p:nvPr/>
          </p:nvCxnSpPr>
          <p:spPr>
            <a:xfrm>
              <a:off x="7394059" y="454751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/>
          <p:cNvGrpSpPr/>
          <p:nvPr/>
        </p:nvGrpSpPr>
        <p:grpSpPr>
          <a:xfrm>
            <a:off x="4835877" y="2281975"/>
            <a:ext cx="567150" cy="400224"/>
            <a:chOff x="4835877" y="2281975"/>
            <a:chExt cx="567150" cy="400224"/>
          </a:xfrm>
        </p:grpSpPr>
        <p:sp>
          <p:nvSpPr>
            <p:cNvPr id="108" name="TextBox 107"/>
            <p:cNvSpPr txBox="1"/>
            <p:nvPr/>
          </p:nvSpPr>
          <p:spPr>
            <a:xfrm>
              <a:off x="5084444" y="2281975"/>
              <a:ext cx="318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34" name="TextBox 333"/>
            <p:cNvSpPr txBox="1"/>
            <p:nvPr/>
          </p:nvSpPr>
          <p:spPr>
            <a:xfrm>
              <a:off x="4835877" y="2374422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6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5284400" y="2281975"/>
            <a:ext cx="494990" cy="426945"/>
            <a:chOff x="5284400" y="2281975"/>
            <a:chExt cx="494990" cy="426945"/>
          </a:xfrm>
        </p:grpSpPr>
        <p:sp>
          <p:nvSpPr>
            <p:cNvPr id="282" name="TextBox 281"/>
            <p:cNvSpPr txBox="1"/>
            <p:nvPr/>
          </p:nvSpPr>
          <p:spPr>
            <a:xfrm>
              <a:off x="5333537" y="2281975"/>
              <a:ext cx="318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35" name="TextBox 334"/>
            <p:cNvSpPr txBox="1"/>
            <p:nvPr/>
          </p:nvSpPr>
          <p:spPr>
            <a:xfrm>
              <a:off x="5284400" y="2401143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7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336" name="그룹 335"/>
          <p:cNvGrpSpPr/>
          <p:nvPr/>
        </p:nvGrpSpPr>
        <p:grpSpPr>
          <a:xfrm>
            <a:off x="193906" y="3648287"/>
            <a:ext cx="1705521" cy="2304256"/>
            <a:chOff x="7123919" y="3648287"/>
            <a:chExt cx="1705521" cy="2304256"/>
          </a:xfrm>
        </p:grpSpPr>
        <p:cxnSp>
          <p:nvCxnSpPr>
            <p:cNvPr id="337" name="직선 연결선 336"/>
            <p:cNvCxnSpPr/>
            <p:nvPr/>
          </p:nvCxnSpPr>
          <p:spPr>
            <a:xfrm>
              <a:off x="8345492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직선 연결선 337"/>
            <p:cNvCxnSpPr/>
            <p:nvPr/>
          </p:nvCxnSpPr>
          <p:spPr>
            <a:xfrm>
              <a:off x="8718411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직선 연결선 338"/>
            <p:cNvCxnSpPr/>
            <p:nvPr/>
          </p:nvCxnSpPr>
          <p:spPr>
            <a:xfrm>
              <a:off x="7193364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0" name="TextBox 19"/>
            <p:cNvSpPr txBox="1"/>
            <p:nvPr/>
          </p:nvSpPr>
          <p:spPr>
            <a:xfrm>
              <a:off x="7620284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341" name="직선 연결선 340"/>
            <p:cNvCxnSpPr/>
            <p:nvPr/>
          </p:nvCxnSpPr>
          <p:spPr>
            <a:xfrm>
              <a:off x="7193364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2" name="TextBox 341"/>
            <p:cNvSpPr txBox="1"/>
            <p:nvPr/>
          </p:nvSpPr>
          <p:spPr>
            <a:xfrm>
              <a:off x="7123919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343" name="TextBox 342"/>
            <p:cNvSpPr txBox="1"/>
            <p:nvPr/>
          </p:nvSpPr>
          <p:spPr>
            <a:xfrm>
              <a:off x="8325384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44" name="TextBox 19"/>
            <p:cNvSpPr txBox="1"/>
            <p:nvPr/>
          </p:nvSpPr>
          <p:spPr>
            <a:xfrm>
              <a:off x="7620284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345" name="직선 연결선 344"/>
            <p:cNvCxnSpPr/>
            <p:nvPr/>
          </p:nvCxnSpPr>
          <p:spPr>
            <a:xfrm>
              <a:off x="7193364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6" name="TextBox 345"/>
            <p:cNvSpPr txBox="1"/>
            <p:nvPr/>
          </p:nvSpPr>
          <p:spPr>
            <a:xfrm>
              <a:off x="7123919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347" name="TextBox 346"/>
            <p:cNvSpPr txBox="1"/>
            <p:nvPr/>
          </p:nvSpPr>
          <p:spPr>
            <a:xfrm>
              <a:off x="8325384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48" name="TextBox 19"/>
            <p:cNvSpPr txBox="1"/>
            <p:nvPr/>
          </p:nvSpPr>
          <p:spPr>
            <a:xfrm>
              <a:off x="7620284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349" name="직선 연결선 348"/>
            <p:cNvCxnSpPr/>
            <p:nvPr/>
          </p:nvCxnSpPr>
          <p:spPr>
            <a:xfrm>
              <a:off x="7193364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0" name="TextBox 349"/>
            <p:cNvSpPr txBox="1"/>
            <p:nvPr/>
          </p:nvSpPr>
          <p:spPr>
            <a:xfrm>
              <a:off x="7123919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351" name="TextBox 350"/>
            <p:cNvSpPr txBox="1"/>
            <p:nvPr/>
          </p:nvSpPr>
          <p:spPr>
            <a:xfrm>
              <a:off x="8325384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52" name="TextBox 19"/>
            <p:cNvSpPr txBox="1"/>
            <p:nvPr/>
          </p:nvSpPr>
          <p:spPr>
            <a:xfrm>
              <a:off x="7620284" y="4750336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cxnSp>
          <p:nvCxnSpPr>
            <p:cNvPr id="353" name="직선 연결선 352"/>
            <p:cNvCxnSpPr/>
            <p:nvPr/>
          </p:nvCxnSpPr>
          <p:spPr>
            <a:xfrm>
              <a:off x="7193364" y="478822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4" name="TextBox 353"/>
            <p:cNvSpPr txBox="1"/>
            <p:nvPr/>
          </p:nvSpPr>
          <p:spPr>
            <a:xfrm>
              <a:off x="7123919" y="4750336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sp>
          <p:nvSpPr>
            <p:cNvPr id="355" name="TextBox 354"/>
            <p:cNvSpPr txBox="1"/>
            <p:nvPr/>
          </p:nvSpPr>
          <p:spPr>
            <a:xfrm>
              <a:off x="8325384" y="474269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56" name="TextBox 19"/>
            <p:cNvSpPr txBox="1"/>
            <p:nvPr/>
          </p:nvSpPr>
          <p:spPr>
            <a:xfrm>
              <a:off x="7620284" y="4511229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/>
                <a:t>5</a:t>
              </a:r>
              <a:endParaRPr lang="ko-KR" altLang="en-US" sz="1200" baseline="-25000" dirty="0"/>
            </a:p>
          </p:txBody>
        </p:sp>
        <p:sp>
          <p:nvSpPr>
            <p:cNvPr id="357" name="TextBox 356"/>
            <p:cNvSpPr txBox="1"/>
            <p:nvPr/>
          </p:nvSpPr>
          <p:spPr>
            <a:xfrm>
              <a:off x="7123919" y="4511229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5</a:t>
              </a:r>
              <a:endParaRPr lang="ko-KR" altLang="en-US" sz="1200" baseline="-25000" dirty="0"/>
            </a:p>
          </p:txBody>
        </p:sp>
        <p:sp>
          <p:nvSpPr>
            <p:cNvPr id="358" name="TextBox 357"/>
            <p:cNvSpPr txBox="1"/>
            <p:nvPr/>
          </p:nvSpPr>
          <p:spPr>
            <a:xfrm>
              <a:off x="8325384" y="450358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cxnSp>
          <p:nvCxnSpPr>
            <p:cNvPr id="359" name="직선 연결선 358"/>
            <p:cNvCxnSpPr/>
            <p:nvPr/>
          </p:nvCxnSpPr>
          <p:spPr>
            <a:xfrm>
              <a:off x="7193364" y="454751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459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908720"/>
            <a:ext cx="3425523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908720"/>
            <a:ext cx="2277715" cy="1574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그룹 29"/>
          <p:cNvGrpSpPr/>
          <p:nvPr/>
        </p:nvGrpSpPr>
        <p:grpSpPr>
          <a:xfrm>
            <a:off x="7159054" y="682823"/>
            <a:ext cx="653306" cy="307777"/>
            <a:chOff x="7159054" y="682823"/>
            <a:chExt cx="653306" cy="307777"/>
          </a:xfrm>
        </p:grpSpPr>
        <p:sp>
          <p:nvSpPr>
            <p:cNvPr id="6" name="TextBox 5"/>
            <p:cNvSpPr txBox="1"/>
            <p:nvPr/>
          </p:nvSpPr>
          <p:spPr>
            <a:xfrm>
              <a:off x="7317370" y="682823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8" name="직선 화살표 연결선 7"/>
            <p:cNvCxnSpPr>
              <a:stCxn id="6" idx="1"/>
            </p:cNvCxnSpPr>
            <p:nvPr/>
          </p:nvCxnSpPr>
          <p:spPr>
            <a:xfrm flipH="1">
              <a:off x="7159054" y="836712"/>
              <a:ext cx="158316" cy="72007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/>
          <p:cNvGrpSpPr/>
          <p:nvPr/>
        </p:nvGrpSpPr>
        <p:grpSpPr>
          <a:xfrm>
            <a:off x="6307342" y="754831"/>
            <a:ext cx="494990" cy="513929"/>
            <a:chOff x="7238212" y="624541"/>
            <a:chExt cx="494990" cy="513929"/>
          </a:xfrm>
        </p:grpSpPr>
        <p:sp>
          <p:nvSpPr>
            <p:cNvPr id="46" name="TextBox 45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2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47" name="직선 화살표 연결선 46"/>
            <p:cNvCxnSpPr>
              <a:stCxn id="46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그룹 79"/>
          <p:cNvGrpSpPr/>
          <p:nvPr/>
        </p:nvGrpSpPr>
        <p:grpSpPr>
          <a:xfrm>
            <a:off x="5905924" y="1062608"/>
            <a:ext cx="494990" cy="513929"/>
            <a:chOff x="7238212" y="624541"/>
            <a:chExt cx="494990" cy="513929"/>
          </a:xfrm>
        </p:grpSpPr>
        <p:sp>
          <p:nvSpPr>
            <p:cNvPr id="81" name="TextBox 80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3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82" name="직선 화살표 연결선 81"/>
            <p:cNvCxnSpPr>
              <a:stCxn id="81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그룹 97"/>
          <p:cNvGrpSpPr/>
          <p:nvPr/>
        </p:nvGrpSpPr>
        <p:grpSpPr>
          <a:xfrm>
            <a:off x="5552857" y="1326352"/>
            <a:ext cx="494990" cy="513929"/>
            <a:chOff x="7238212" y="624541"/>
            <a:chExt cx="494990" cy="513929"/>
          </a:xfrm>
        </p:grpSpPr>
        <p:sp>
          <p:nvSpPr>
            <p:cNvPr id="99" name="TextBox 98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4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00" name="직선 화살표 연결선 99"/>
            <p:cNvCxnSpPr>
              <a:stCxn id="99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그룹 141"/>
          <p:cNvGrpSpPr/>
          <p:nvPr/>
        </p:nvGrpSpPr>
        <p:grpSpPr>
          <a:xfrm>
            <a:off x="5155532" y="1695872"/>
            <a:ext cx="494990" cy="513929"/>
            <a:chOff x="7238212" y="624541"/>
            <a:chExt cx="494990" cy="513929"/>
          </a:xfrm>
        </p:grpSpPr>
        <p:sp>
          <p:nvSpPr>
            <p:cNvPr id="143" name="TextBox 142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5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44" name="직선 화살표 연결선 143"/>
            <p:cNvCxnSpPr>
              <a:stCxn id="143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/>
          <p:cNvSpPr txBox="1"/>
          <p:nvPr/>
        </p:nvSpPr>
        <p:spPr>
          <a:xfrm>
            <a:off x="5940152" y="6212411"/>
            <a:ext cx="1564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Output: B</a:t>
            </a:r>
            <a:endParaRPr lang="ko-KR" altLang="en-US" sz="1600" dirty="0"/>
          </a:p>
        </p:txBody>
      </p:sp>
      <p:sp>
        <p:nvSpPr>
          <p:cNvPr id="106" name="TextBox 105"/>
          <p:cNvSpPr txBox="1"/>
          <p:nvPr/>
        </p:nvSpPr>
        <p:spPr>
          <a:xfrm>
            <a:off x="4835877" y="2374422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6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084444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5284400" y="2401143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7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82" name="TextBox 281"/>
          <p:cNvSpPr txBox="1"/>
          <p:nvPr/>
        </p:nvSpPr>
        <p:spPr>
          <a:xfrm>
            <a:off x="5333537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169" name="그룹 168"/>
          <p:cNvGrpSpPr/>
          <p:nvPr/>
        </p:nvGrpSpPr>
        <p:grpSpPr>
          <a:xfrm>
            <a:off x="5966060" y="1840281"/>
            <a:ext cx="494990" cy="420815"/>
            <a:chOff x="7238212" y="707846"/>
            <a:chExt cx="494990" cy="420815"/>
          </a:xfrm>
        </p:grpSpPr>
        <p:sp>
          <p:nvSpPr>
            <p:cNvPr id="170" name="TextBox 169"/>
            <p:cNvSpPr txBox="1"/>
            <p:nvPr/>
          </p:nvSpPr>
          <p:spPr>
            <a:xfrm>
              <a:off x="7238212" y="707846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8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71" name="직선 화살표 연결선 170"/>
            <p:cNvCxnSpPr>
              <a:stCxn id="170" idx="2"/>
            </p:cNvCxnSpPr>
            <p:nvPr/>
          </p:nvCxnSpPr>
          <p:spPr>
            <a:xfrm flipH="1">
              <a:off x="7465917" y="922509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/>
          <p:cNvGrpSpPr/>
          <p:nvPr/>
        </p:nvGrpSpPr>
        <p:grpSpPr>
          <a:xfrm>
            <a:off x="2041523" y="3648287"/>
            <a:ext cx="1705521" cy="2304256"/>
            <a:chOff x="2041523" y="3648287"/>
            <a:chExt cx="1705521" cy="2304256"/>
          </a:xfrm>
        </p:grpSpPr>
        <p:cxnSp>
          <p:nvCxnSpPr>
            <p:cNvPr id="310" name="직선 연결선 309"/>
            <p:cNvCxnSpPr/>
            <p:nvPr/>
          </p:nvCxnSpPr>
          <p:spPr>
            <a:xfrm>
              <a:off x="3263096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직선 연결선 310"/>
            <p:cNvCxnSpPr/>
            <p:nvPr/>
          </p:nvCxnSpPr>
          <p:spPr>
            <a:xfrm>
              <a:off x="3636015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직선 연결선 311"/>
            <p:cNvCxnSpPr/>
            <p:nvPr/>
          </p:nvCxnSpPr>
          <p:spPr>
            <a:xfrm>
              <a:off x="2110968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3" name="TextBox 19"/>
            <p:cNvSpPr txBox="1"/>
            <p:nvPr/>
          </p:nvSpPr>
          <p:spPr>
            <a:xfrm>
              <a:off x="2537888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314" name="직선 연결선 313"/>
            <p:cNvCxnSpPr/>
            <p:nvPr/>
          </p:nvCxnSpPr>
          <p:spPr>
            <a:xfrm>
              <a:off x="2110968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5" name="TextBox 314"/>
            <p:cNvSpPr txBox="1"/>
            <p:nvPr/>
          </p:nvSpPr>
          <p:spPr>
            <a:xfrm>
              <a:off x="2041523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316" name="TextBox 315"/>
            <p:cNvSpPr txBox="1"/>
            <p:nvPr/>
          </p:nvSpPr>
          <p:spPr>
            <a:xfrm>
              <a:off x="3242988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17" name="TextBox 19"/>
            <p:cNvSpPr txBox="1"/>
            <p:nvPr/>
          </p:nvSpPr>
          <p:spPr>
            <a:xfrm>
              <a:off x="2537888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318" name="직선 연결선 317"/>
            <p:cNvCxnSpPr/>
            <p:nvPr/>
          </p:nvCxnSpPr>
          <p:spPr>
            <a:xfrm>
              <a:off x="2110968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TextBox 318"/>
            <p:cNvSpPr txBox="1"/>
            <p:nvPr/>
          </p:nvSpPr>
          <p:spPr>
            <a:xfrm>
              <a:off x="2041523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320" name="TextBox 319"/>
            <p:cNvSpPr txBox="1"/>
            <p:nvPr/>
          </p:nvSpPr>
          <p:spPr>
            <a:xfrm>
              <a:off x="3242988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21" name="TextBox 19"/>
            <p:cNvSpPr txBox="1"/>
            <p:nvPr/>
          </p:nvSpPr>
          <p:spPr>
            <a:xfrm>
              <a:off x="2537888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322" name="직선 연결선 321"/>
            <p:cNvCxnSpPr/>
            <p:nvPr/>
          </p:nvCxnSpPr>
          <p:spPr>
            <a:xfrm>
              <a:off x="2110968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3" name="TextBox 322"/>
            <p:cNvSpPr txBox="1"/>
            <p:nvPr/>
          </p:nvSpPr>
          <p:spPr>
            <a:xfrm>
              <a:off x="2041523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324" name="TextBox 323"/>
            <p:cNvSpPr txBox="1"/>
            <p:nvPr/>
          </p:nvSpPr>
          <p:spPr>
            <a:xfrm>
              <a:off x="3242988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25" name="TextBox 19"/>
            <p:cNvSpPr txBox="1"/>
            <p:nvPr/>
          </p:nvSpPr>
          <p:spPr>
            <a:xfrm>
              <a:off x="2537888" y="4750336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cxnSp>
          <p:nvCxnSpPr>
            <p:cNvPr id="326" name="직선 연결선 325"/>
            <p:cNvCxnSpPr/>
            <p:nvPr/>
          </p:nvCxnSpPr>
          <p:spPr>
            <a:xfrm>
              <a:off x="2110968" y="478822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" name="TextBox 326"/>
            <p:cNvSpPr txBox="1"/>
            <p:nvPr/>
          </p:nvSpPr>
          <p:spPr>
            <a:xfrm>
              <a:off x="2041523" y="4750336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sp>
          <p:nvSpPr>
            <p:cNvPr id="328" name="TextBox 327"/>
            <p:cNvSpPr txBox="1"/>
            <p:nvPr/>
          </p:nvSpPr>
          <p:spPr>
            <a:xfrm>
              <a:off x="3242988" y="474269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cxnSp>
          <p:nvCxnSpPr>
            <p:cNvPr id="172" name="직선 연결선 171"/>
            <p:cNvCxnSpPr/>
            <p:nvPr/>
          </p:nvCxnSpPr>
          <p:spPr>
            <a:xfrm>
              <a:off x="2110968" y="4787736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TextBox 19"/>
            <p:cNvSpPr txBox="1"/>
            <p:nvPr/>
          </p:nvSpPr>
          <p:spPr>
            <a:xfrm>
              <a:off x="2537888" y="4511229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8</a:t>
              </a:r>
              <a:endParaRPr lang="ko-KR" altLang="en-US" sz="1200" baseline="-25000" dirty="0"/>
            </a:p>
          </p:txBody>
        </p:sp>
        <p:cxnSp>
          <p:nvCxnSpPr>
            <p:cNvPr id="174" name="직선 연결선 173"/>
            <p:cNvCxnSpPr/>
            <p:nvPr/>
          </p:nvCxnSpPr>
          <p:spPr>
            <a:xfrm>
              <a:off x="2110968" y="4549121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TextBox 174"/>
            <p:cNvSpPr txBox="1"/>
            <p:nvPr/>
          </p:nvSpPr>
          <p:spPr>
            <a:xfrm>
              <a:off x="2041523" y="4511229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8</a:t>
              </a:r>
              <a:endParaRPr lang="ko-KR" altLang="en-US" sz="1200" baseline="-25000" dirty="0"/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3242988" y="450358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3802238" y="3648287"/>
            <a:ext cx="1767677" cy="2304256"/>
            <a:chOff x="3802238" y="3648287"/>
            <a:chExt cx="1767677" cy="2304256"/>
          </a:xfrm>
        </p:grpSpPr>
        <p:cxnSp>
          <p:nvCxnSpPr>
            <p:cNvPr id="181" name="직선 연결선 180"/>
            <p:cNvCxnSpPr/>
            <p:nvPr/>
          </p:nvCxnSpPr>
          <p:spPr>
            <a:xfrm>
              <a:off x="5023811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직선 연결선 181"/>
            <p:cNvCxnSpPr/>
            <p:nvPr/>
          </p:nvCxnSpPr>
          <p:spPr>
            <a:xfrm>
              <a:off x="5396730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직선 연결선 182"/>
            <p:cNvCxnSpPr/>
            <p:nvPr/>
          </p:nvCxnSpPr>
          <p:spPr>
            <a:xfrm>
              <a:off x="3871683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TextBox 19"/>
            <p:cNvSpPr txBox="1"/>
            <p:nvPr/>
          </p:nvSpPr>
          <p:spPr>
            <a:xfrm>
              <a:off x="4298603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185" name="직선 연결선 184"/>
            <p:cNvCxnSpPr/>
            <p:nvPr/>
          </p:nvCxnSpPr>
          <p:spPr>
            <a:xfrm>
              <a:off x="3871683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TextBox 185"/>
            <p:cNvSpPr txBox="1"/>
            <p:nvPr/>
          </p:nvSpPr>
          <p:spPr>
            <a:xfrm>
              <a:off x="3802238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5003703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88" name="TextBox 19"/>
            <p:cNvSpPr txBox="1"/>
            <p:nvPr/>
          </p:nvSpPr>
          <p:spPr>
            <a:xfrm>
              <a:off x="4298603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189" name="직선 연결선 188"/>
            <p:cNvCxnSpPr/>
            <p:nvPr/>
          </p:nvCxnSpPr>
          <p:spPr>
            <a:xfrm>
              <a:off x="3871683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TextBox 189"/>
            <p:cNvSpPr txBox="1"/>
            <p:nvPr/>
          </p:nvSpPr>
          <p:spPr>
            <a:xfrm>
              <a:off x="3802238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5003703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92" name="TextBox 19"/>
            <p:cNvSpPr txBox="1"/>
            <p:nvPr/>
          </p:nvSpPr>
          <p:spPr>
            <a:xfrm>
              <a:off x="4298603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193" name="직선 연결선 192"/>
            <p:cNvCxnSpPr/>
            <p:nvPr/>
          </p:nvCxnSpPr>
          <p:spPr>
            <a:xfrm>
              <a:off x="3871683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TextBox 193"/>
            <p:cNvSpPr txBox="1"/>
            <p:nvPr/>
          </p:nvSpPr>
          <p:spPr>
            <a:xfrm>
              <a:off x="3802238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5003703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96" name="TextBox 19"/>
            <p:cNvSpPr txBox="1"/>
            <p:nvPr/>
          </p:nvSpPr>
          <p:spPr>
            <a:xfrm>
              <a:off x="4298603" y="4750336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cxnSp>
          <p:nvCxnSpPr>
            <p:cNvPr id="197" name="직선 연결선 196"/>
            <p:cNvCxnSpPr/>
            <p:nvPr/>
          </p:nvCxnSpPr>
          <p:spPr>
            <a:xfrm>
              <a:off x="3871683" y="478822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TextBox 197"/>
            <p:cNvSpPr txBox="1"/>
            <p:nvPr/>
          </p:nvSpPr>
          <p:spPr>
            <a:xfrm>
              <a:off x="3802238" y="4750336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5003703" y="474269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cxnSp>
          <p:nvCxnSpPr>
            <p:cNvPr id="200" name="직선 연결선 199"/>
            <p:cNvCxnSpPr/>
            <p:nvPr/>
          </p:nvCxnSpPr>
          <p:spPr>
            <a:xfrm>
              <a:off x="3871683" y="4787736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TextBox 19"/>
            <p:cNvSpPr txBox="1"/>
            <p:nvPr/>
          </p:nvSpPr>
          <p:spPr>
            <a:xfrm>
              <a:off x="4298603" y="4511229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8</a:t>
              </a:r>
              <a:endParaRPr lang="ko-KR" altLang="en-US" sz="1200" baseline="-25000" dirty="0"/>
            </a:p>
          </p:txBody>
        </p:sp>
        <p:cxnSp>
          <p:nvCxnSpPr>
            <p:cNvPr id="202" name="직선 연결선 201"/>
            <p:cNvCxnSpPr/>
            <p:nvPr/>
          </p:nvCxnSpPr>
          <p:spPr>
            <a:xfrm>
              <a:off x="3871683" y="4549121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TextBox 202"/>
            <p:cNvSpPr txBox="1"/>
            <p:nvPr/>
          </p:nvSpPr>
          <p:spPr>
            <a:xfrm>
              <a:off x="3802238" y="4511229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8</a:t>
              </a:r>
              <a:endParaRPr lang="ko-KR" altLang="en-US" sz="1200" baseline="-25000" dirty="0"/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5003703" y="450358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07" name="TextBox 19"/>
            <p:cNvSpPr txBox="1"/>
            <p:nvPr/>
          </p:nvSpPr>
          <p:spPr>
            <a:xfrm>
              <a:off x="4298603" y="4265147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/>
                <a:t>9</a:t>
              </a:r>
              <a:endParaRPr lang="ko-KR" altLang="en-US" sz="1200" baseline="-25000" dirty="0"/>
            </a:p>
          </p:txBody>
        </p:sp>
        <p:cxnSp>
          <p:nvCxnSpPr>
            <p:cNvPr id="208" name="직선 연결선 207"/>
            <p:cNvCxnSpPr/>
            <p:nvPr/>
          </p:nvCxnSpPr>
          <p:spPr>
            <a:xfrm>
              <a:off x="3871683" y="430303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TextBox 208"/>
            <p:cNvSpPr txBox="1"/>
            <p:nvPr/>
          </p:nvSpPr>
          <p:spPr>
            <a:xfrm>
              <a:off x="3802238" y="4265147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9</a:t>
              </a:r>
              <a:endParaRPr lang="ko-KR" altLang="en-US" sz="1200" baseline="-25000" dirty="0"/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5065859" y="429309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FF0000"/>
                  </a:solidFill>
                </a:rPr>
                <a:t>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5525766" y="3648287"/>
            <a:ext cx="1705521" cy="2304256"/>
            <a:chOff x="5525766" y="3648287"/>
            <a:chExt cx="1705521" cy="2304256"/>
          </a:xfrm>
        </p:grpSpPr>
        <p:cxnSp>
          <p:nvCxnSpPr>
            <p:cNvPr id="211" name="직선 연결선 210"/>
            <p:cNvCxnSpPr/>
            <p:nvPr/>
          </p:nvCxnSpPr>
          <p:spPr>
            <a:xfrm>
              <a:off x="6747339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직선 연결선 211"/>
            <p:cNvCxnSpPr/>
            <p:nvPr/>
          </p:nvCxnSpPr>
          <p:spPr>
            <a:xfrm>
              <a:off x="7120258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직선 연결선 212"/>
            <p:cNvCxnSpPr/>
            <p:nvPr/>
          </p:nvCxnSpPr>
          <p:spPr>
            <a:xfrm>
              <a:off x="5595211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TextBox 19"/>
            <p:cNvSpPr txBox="1"/>
            <p:nvPr/>
          </p:nvSpPr>
          <p:spPr>
            <a:xfrm>
              <a:off x="6022131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15" name="직선 연결선 214"/>
            <p:cNvCxnSpPr/>
            <p:nvPr/>
          </p:nvCxnSpPr>
          <p:spPr>
            <a:xfrm>
              <a:off x="5595211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TextBox 215"/>
            <p:cNvSpPr txBox="1"/>
            <p:nvPr/>
          </p:nvSpPr>
          <p:spPr>
            <a:xfrm>
              <a:off x="5525766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6727231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18" name="TextBox 19"/>
            <p:cNvSpPr txBox="1"/>
            <p:nvPr/>
          </p:nvSpPr>
          <p:spPr>
            <a:xfrm>
              <a:off x="6022131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19" name="직선 연결선 218"/>
            <p:cNvCxnSpPr/>
            <p:nvPr/>
          </p:nvCxnSpPr>
          <p:spPr>
            <a:xfrm>
              <a:off x="5595211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TextBox 219"/>
            <p:cNvSpPr txBox="1"/>
            <p:nvPr/>
          </p:nvSpPr>
          <p:spPr>
            <a:xfrm>
              <a:off x="5525766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221" name="TextBox 220"/>
            <p:cNvSpPr txBox="1"/>
            <p:nvPr/>
          </p:nvSpPr>
          <p:spPr>
            <a:xfrm>
              <a:off x="6727231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22" name="TextBox 19"/>
            <p:cNvSpPr txBox="1"/>
            <p:nvPr/>
          </p:nvSpPr>
          <p:spPr>
            <a:xfrm>
              <a:off x="6022131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223" name="직선 연결선 222"/>
            <p:cNvCxnSpPr/>
            <p:nvPr/>
          </p:nvCxnSpPr>
          <p:spPr>
            <a:xfrm>
              <a:off x="5595211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TextBox 223"/>
            <p:cNvSpPr txBox="1"/>
            <p:nvPr/>
          </p:nvSpPr>
          <p:spPr>
            <a:xfrm>
              <a:off x="5525766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225" name="TextBox 224"/>
            <p:cNvSpPr txBox="1"/>
            <p:nvPr/>
          </p:nvSpPr>
          <p:spPr>
            <a:xfrm>
              <a:off x="6727231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26" name="TextBox 19"/>
            <p:cNvSpPr txBox="1"/>
            <p:nvPr/>
          </p:nvSpPr>
          <p:spPr>
            <a:xfrm>
              <a:off x="6022131" y="4750336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cxnSp>
          <p:nvCxnSpPr>
            <p:cNvPr id="227" name="직선 연결선 226"/>
            <p:cNvCxnSpPr/>
            <p:nvPr/>
          </p:nvCxnSpPr>
          <p:spPr>
            <a:xfrm>
              <a:off x="5595211" y="478822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TextBox 227"/>
            <p:cNvSpPr txBox="1"/>
            <p:nvPr/>
          </p:nvSpPr>
          <p:spPr>
            <a:xfrm>
              <a:off x="5525766" y="4750336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6727231" y="474269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cxnSp>
          <p:nvCxnSpPr>
            <p:cNvPr id="230" name="직선 연결선 229"/>
            <p:cNvCxnSpPr/>
            <p:nvPr/>
          </p:nvCxnSpPr>
          <p:spPr>
            <a:xfrm>
              <a:off x="5595211" y="4787736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TextBox 19"/>
            <p:cNvSpPr txBox="1"/>
            <p:nvPr/>
          </p:nvSpPr>
          <p:spPr>
            <a:xfrm>
              <a:off x="6022131" y="4511229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8</a:t>
              </a:r>
              <a:endParaRPr lang="ko-KR" altLang="en-US" sz="1200" baseline="-25000" dirty="0"/>
            </a:p>
          </p:txBody>
        </p:sp>
        <p:cxnSp>
          <p:nvCxnSpPr>
            <p:cNvPr id="232" name="직선 연결선 231"/>
            <p:cNvCxnSpPr/>
            <p:nvPr/>
          </p:nvCxnSpPr>
          <p:spPr>
            <a:xfrm>
              <a:off x="5595211" y="4549121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Box 232"/>
            <p:cNvSpPr txBox="1"/>
            <p:nvPr/>
          </p:nvSpPr>
          <p:spPr>
            <a:xfrm>
              <a:off x="5525766" y="4511229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8</a:t>
              </a:r>
              <a:endParaRPr lang="ko-KR" altLang="en-US" sz="1200" baseline="-25000" dirty="0"/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6727231" y="450358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7238212" y="3648287"/>
            <a:ext cx="1767677" cy="2304256"/>
            <a:chOff x="7238212" y="3648287"/>
            <a:chExt cx="1767677" cy="2304256"/>
          </a:xfrm>
        </p:grpSpPr>
        <p:cxnSp>
          <p:nvCxnSpPr>
            <p:cNvPr id="235" name="직선 연결선 234"/>
            <p:cNvCxnSpPr/>
            <p:nvPr/>
          </p:nvCxnSpPr>
          <p:spPr>
            <a:xfrm>
              <a:off x="8459785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직선 연결선 235"/>
            <p:cNvCxnSpPr/>
            <p:nvPr/>
          </p:nvCxnSpPr>
          <p:spPr>
            <a:xfrm>
              <a:off x="8832704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/>
            <p:cNvCxnSpPr/>
            <p:nvPr/>
          </p:nvCxnSpPr>
          <p:spPr>
            <a:xfrm>
              <a:off x="7307657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TextBox 19"/>
            <p:cNvSpPr txBox="1"/>
            <p:nvPr/>
          </p:nvSpPr>
          <p:spPr>
            <a:xfrm>
              <a:off x="7734577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39" name="직선 연결선 238"/>
            <p:cNvCxnSpPr/>
            <p:nvPr/>
          </p:nvCxnSpPr>
          <p:spPr>
            <a:xfrm>
              <a:off x="7307657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TextBox 239"/>
            <p:cNvSpPr txBox="1"/>
            <p:nvPr/>
          </p:nvSpPr>
          <p:spPr>
            <a:xfrm>
              <a:off x="7238212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41" name="TextBox 240"/>
            <p:cNvSpPr txBox="1"/>
            <p:nvPr/>
          </p:nvSpPr>
          <p:spPr>
            <a:xfrm>
              <a:off x="8439677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42" name="TextBox 19"/>
            <p:cNvSpPr txBox="1"/>
            <p:nvPr/>
          </p:nvSpPr>
          <p:spPr>
            <a:xfrm>
              <a:off x="7734577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43" name="직선 연결선 242"/>
            <p:cNvCxnSpPr/>
            <p:nvPr/>
          </p:nvCxnSpPr>
          <p:spPr>
            <a:xfrm>
              <a:off x="7307657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TextBox 243"/>
            <p:cNvSpPr txBox="1"/>
            <p:nvPr/>
          </p:nvSpPr>
          <p:spPr>
            <a:xfrm>
              <a:off x="7238212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8439677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46" name="TextBox 19"/>
            <p:cNvSpPr txBox="1"/>
            <p:nvPr/>
          </p:nvSpPr>
          <p:spPr>
            <a:xfrm>
              <a:off x="7734577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247" name="직선 연결선 246"/>
            <p:cNvCxnSpPr/>
            <p:nvPr/>
          </p:nvCxnSpPr>
          <p:spPr>
            <a:xfrm>
              <a:off x="7307657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8" name="TextBox 247"/>
            <p:cNvSpPr txBox="1"/>
            <p:nvPr/>
          </p:nvSpPr>
          <p:spPr>
            <a:xfrm>
              <a:off x="7238212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249" name="TextBox 248"/>
            <p:cNvSpPr txBox="1"/>
            <p:nvPr/>
          </p:nvSpPr>
          <p:spPr>
            <a:xfrm>
              <a:off x="8439677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50" name="TextBox 19"/>
            <p:cNvSpPr txBox="1"/>
            <p:nvPr/>
          </p:nvSpPr>
          <p:spPr>
            <a:xfrm>
              <a:off x="7734577" y="4750336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cxnSp>
          <p:nvCxnSpPr>
            <p:cNvPr id="251" name="직선 연결선 250"/>
            <p:cNvCxnSpPr/>
            <p:nvPr/>
          </p:nvCxnSpPr>
          <p:spPr>
            <a:xfrm>
              <a:off x="7307657" y="478822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TextBox 251"/>
            <p:cNvSpPr txBox="1"/>
            <p:nvPr/>
          </p:nvSpPr>
          <p:spPr>
            <a:xfrm>
              <a:off x="7238212" y="4750336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sp>
          <p:nvSpPr>
            <p:cNvPr id="253" name="TextBox 252"/>
            <p:cNvSpPr txBox="1"/>
            <p:nvPr/>
          </p:nvSpPr>
          <p:spPr>
            <a:xfrm>
              <a:off x="8439677" y="474269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cxnSp>
          <p:nvCxnSpPr>
            <p:cNvPr id="306" name="직선 연결선 305"/>
            <p:cNvCxnSpPr/>
            <p:nvPr/>
          </p:nvCxnSpPr>
          <p:spPr>
            <a:xfrm>
              <a:off x="7307657" y="4787736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" name="TextBox 19"/>
            <p:cNvSpPr txBox="1"/>
            <p:nvPr/>
          </p:nvSpPr>
          <p:spPr>
            <a:xfrm>
              <a:off x="7734577" y="4511229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8</a:t>
              </a:r>
              <a:endParaRPr lang="ko-KR" altLang="en-US" sz="1200" baseline="-25000" dirty="0"/>
            </a:p>
          </p:txBody>
        </p:sp>
        <p:cxnSp>
          <p:nvCxnSpPr>
            <p:cNvPr id="308" name="직선 연결선 307"/>
            <p:cNvCxnSpPr/>
            <p:nvPr/>
          </p:nvCxnSpPr>
          <p:spPr>
            <a:xfrm>
              <a:off x="7307657" y="4549121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9" name="TextBox 308"/>
            <p:cNvSpPr txBox="1"/>
            <p:nvPr/>
          </p:nvSpPr>
          <p:spPr>
            <a:xfrm>
              <a:off x="7238212" y="4511229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8</a:t>
              </a:r>
              <a:endParaRPr lang="ko-KR" altLang="en-US" sz="1200" baseline="-25000" dirty="0"/>
            </a:p>
          </p:txBody>
        </p:sp>
        <p:sp>
          <p:nvSpPr>
            <p:cNvPr id="329" name="TextBox 328"/>
            <p:cNvSpPr txBox="1"/>
            <p:nvPr/>
          </p:nvSpPr>
          <p:spPr>
            <a:xfrm>
              <a:off x="8439677" y="450358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32" name="TextBox 19"/>
            <p:cNvSpPr txBox="1"/>
            <p:nvPr/>
          </p:nvSpPr>
          <p:spPr>
            <a:xfrm>
              <a:off x="7658147" y="4265147"/>
              <a:ext cx="8988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10</a:t>
              </a:r>
              <a:endParaRPr lang="ko-KR" altLang="en-US" sz="1200" baseline="-25000" dirty="0"/>
            </a:p>
          </p:txBody>
        </p:sp>
        <p:cxnSp>
          <p:nvCxnSpPr>
            <p:cNvPr id="334" name="직선 연결선 333"/>
            <p:cNvCxnSpPr/>
            <p:nvPr/>
          </p:nvCxnSpPr>
          <p:spPr>
            <a:xfrm>
              <a:off x="7307657" y="430303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5" name="TextBox 334"/>
            <p:cNvSpPr txBox="1"/>
            <p:nvPr/>
          </p:nvSpPr>
          <p:spPr>
            <a:xfrm>
              <a:off x="7238212" y="4265147"/>
              <a:ext cx="10547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10</a:t>
              </a:r>
              <a:endParaRPr lang="ko-KR" altLang="en-US" sz="1200" baseline="-25000" dirty="0"/>
            </a:p>
          </p:txBody>
        </p:sp>
        <p:sp>
          <p:nvSpPr>
            <p:cNvPr id="336" name="TextBox 335"/>
            <p:cNvSpPr txBox="1"/>
            <p:nvPr/>
          </p:nvSpPr>
          <p:spPr>
            <a:xfrm>
              <a:off x="8501833" y="429309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FF0000"/>
                  </a:solidFill>
                </a:rPr>
                <a:t>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5724128" y="2281975"/>
            <a:ext cx="494990" cy="426944"/>
            <a:chOff x="5724128" y="2281975"/>
            <a:chExt cx="494990" cy="426944"/>
          </a:xfrm>
        </p:grpSpPr>
        <p:sp>
          <p:nvSpPr>
            <p:cNvPr id="178" name="TextBox 177"/>
            <p:cNvSpPr txBox="1"/>
            <p:nvPr/>
          </p:nvSpPr>
          <p:spPr>
            <a:xfrm>
              <a:off x="5895703" y="2281975"/>
              <a:ext cx="318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67" name="TextBox 366"/>
            <p:cNvSpPr txBox="1"/>
            <p:nvPr/>
          </p:nvSpPr>
          <p:spPr>
            <a:xfrm>
              <a:off x="5724128" y="2401142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9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6105541" y="2281975"/>
            <a:ext cx="654063" cy="426945"/>
            <a:chOff x="6105541" y="2281975"/>
            <a:chExt cx="654063" cy="426945"/>
          </a:xfrm>
        </p:grpSpPr>
        <p:sp>
          <p:nvSpPr>
            <p:cNvPr id="180" name="TextBox 179"/>
            <p:cNvSpPr txBox="1"/>
            <p:nvPr/>
          </p:nvSpPr>
          <p:spPr>
            <a:xfrm>
              <a:off x="6144796" y="2281975"/>
              <a:ext cx="318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68" name="TextBox 367"/>
            <p:cNvSpPr txBox="1"/>
            <p:nvPr/>
          </p:nvSpPr>
          <p:spPr>
            <a:xfrm>
              <a:off x="6105541" y="2401143"/>
              <a:ext cx="6540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10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214222" y="3648287"/>
            <a:ext cx="1705521" cy="2304256"/>
            <a:chOff x="214222" y="3648287"/>
            <a:chExt cx="1705521" cy="2304256"/>
          </a:xfrm>
        </p:grpSpPr>
        <p:cxnSp>
          <p:nvCxnSpPr>
            <p:cNvPr id="369" name="직선 연결선 368"/>
            <p:cNvCxnSpPr/>
            <p:nvPr/>
          </p:nvCxnSpPr>
          <p:spPr>
            <a:xfrm>
              <a:off x="1435795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직선 연결선 369"/>
            <p:cNvCxnSpPr/>
            <p:nvPr/>
          </p:nvCxnSpPr>
          <p:spPr>
            <a:xfrm>
              <a:off x="1808714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직선 연결선 370"/>
            <p:cNvCxnSpPr/>
            <p:nvPr/>
          </p:nvCxnSpPr>
          <p:spPr>
            <a:xfrm>
              <a:off x="283667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2" name="TextBox 19"/>
            <p:cNvSpPr txBox="1"/>
            <p:nvPr/>
          </p:nvSpPr>
          <p:spPr>
            <a:xfrm>
              <a:off x="710587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373" name="직선 연결선 372"/>
            <p:cNvCxnSpPr/>
            <p:nvPr/>
          </p:nvCxnSpPr>
          <p:spPr>
            <a:xfrm>
              <a:off x="283667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4" name="TextBox 373"/>
            <p:cNvSpPr txBox="1"/>
            <p:nvPr/>
          </p:nvSpPr>
          <p:spPr>
            <a:xfrm>
              <a:off x="214222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375" name="TextBox 374"/>
            <p:cNvSpPr txBox="1"/>
            <p:nvPr/>
          </p:nvSpPr>
          <p:spPr>
            <a:xfrm>
              <a:off x="1415687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76" name="TextBox 19"/>
            <p:cNvSpPr txBox="1"/>
            <p:nvPr/>
          </p:nvSpPr>
          <p:spPr>
            <a:xfrm>
              <a:off x="710587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377" name="직선 연결선 376"/>
            <p:cNvCxnSpPr/>
            <p:nvPr/>
          </p:nvCxnSpPr>
          <p:spPr>
            <a:xfrm>
              <a:off x="283667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8" name="TextBox 377"/>
            <p:cNvSpPr txBox="1"/>
            <p:nvPr/>
          </p:nvSpPr>
          <p:spPr>
            <a:xfrm>
              <a:off x="214222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379" name="TextBox 378"/>
            <p:cNvSpPr txBox="1"/>
            <p:nvPr/>
          </p:nvSpPr>
          <p:spPr>
            <a:xfrm>
              <a:off x="1415687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80" name="TextBox 19"/>
            <p:cNvSpPr txBox="1"/>
            <p:nvPr/>
          </p:nvSpPr>
          <p:spPr>
            <a:xfrm>
              <a:off x="710587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381" name="직선 연결선 380"/>
            <p:cNvCxnSpPr/>
            <p:nvPr/>
          </p:nvCxnSpPr>
          <p:spPr>
            <a:xfrm>
              <a:off x="283667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2" name="TextBox 381"/>
            <p:cNvSpPr txBox="1"/>
            <p:nvPr/>
          </p:nvSpPr>
          <p:spPr>
            <a:xfrm>
              <a:off x="214222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383" name="TextBox 382"/>
            <p:cNvSpPr txBox="1"/>
            <p:nvPr/>
          </p:nvSpPr>
          <p:spPr>
            <a:xfrm>
              <a:off x="1415687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84" name="TextBox 19"/>
            <p:cNvSpPr txBox="1"/>
            <p:nvPr/>
          </p:nvSpPr>
          <p:spPr>
            <a:xfrm>
              <a:off x="710587" y="4750336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cxnSp>
          <p:nvCxnSpPr>
            <p:cNvPr id="385" name="직선 연결선 384"/>
            <p:cNvCxnSpPr/>
            <p:nvPr/>
          </p:nvCxnSpPr>
          <p:spPr>
            <a:xfrm>
              <a:off x="283667" y="478822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6" name="TextBox 385"/>
            <p:cNvSpPr txBox="1"/>
            <p:nvPr/>
          </p:nvSpPr>
          <p:spPr>
            <a:xfrm>
              <a:off x="214222" y="4750336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sp>
          <p:nvSpPr>
            <p:cNvPr id="387" name="TextBox 386"/>
            <p:cNvSpPr txBox="1"/>
            <p:nvPr/>
          </p:nvSpPr>
          <p:spPr>
            <a:xfrm>
              <a:off x="1415687" y="474269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sp>
        <p:nvSpPr>
          <p:cNvPr id="388" name="TextBox 387"/>
          <p:cNvSpPr txBox="1"/>
          <p:nvPr/>
        </p:nvSpPr>
        <p:spPr>
          <a:xfrm>
            <a:off x="576542" y="6212411"/>
            <a:ext cx="1219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Output: /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6182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38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908720"/>
            <a:ext cx="3425523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908720"/>
            <a:ext cx="2277715" cy="1574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그룹 29"/>
          <p:cNvGrpSpPr/>
          <p:nvPr/>
        </p:nvGrpSpPr>
        <p:grpSpPr>
          <a:xfrm>
            <a:off x="7159054" y="682823"/>
            <a:ext cx="653306" cy="307777"/>
            <a:chOff x="7159054" y="682823"/>
            <a:chExt cx="653306" cy="307777"/>
          </a:xfrm>
        </p:grpSpPr>
        <p:sp>
          <p:nvSpPr>
            <p:cNvPr id="6" name="TextBox 5"/>
            <p:cNvSpPr txBox="1"/>
            <p:nvPr/>
          </p:nvSpPr>
          <p:spPr>
            <a:xfrm>
              <a:off x="7317370" y="682823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8" name="직선 화살표 연결선 7"/>
            <p:cNvCxnSpPr>
              <a:stCxn id="6" idx="1"/>
            </p:cNvCxnSpPr>
            <p:nvPr/>
          </p:nvCxnSpPr>
          <p:spPr>
            <a:xfrm flipH="1">
              <a:off x="7159054" y="836712"/>
              <a:ext cx="158316" cy="72007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/>
          <p:cNvGrpSpPr/>
          <p:nvPr/>
        </p:nvGrpSpPr>
        <p:grpSpPr>
          <a:xfrm>
            <a:off x="6307342" y="754831"/>
            <a:ext cx="494990" cy="513929"/>
            <a:chOff x="7238212" y="624541"/>
            <a:chExt cx="494990" cy="513929"/>
          </a:xfrm>
        </p:grpSpPr>
        <p:sp>
          <p:nvSpPr>
            <p:cNvPr id="46" name="TextBox 45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2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47" name="직선 화살표 연결선 46"/>
            <p:cNvCxnSpPr>
              <a:stCxn id="46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그룹 79"/>
          <p:cNvGrpSpPr/>
          <p:nvPr/>
        </p:nvGrpSpPr>
        <p:grpSpPr>
          <a:xfrm>
            <a:off x="5905924" y="1062608"/>
            <a:ext cx="494990" cy="513929"/>
            <a:chOff x="7238212" y="624541"/>
            <a:chExt cx="494990" cy="513929"/>
          </a:xfrm>
        </p:grpSpPr>
        <p:sp>
          <p:nvSpPr>
            <p:cNvPr id="81" name="TextBox 80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3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82" name="직선 화살표 연결선 81"/>
            <p:cNvCxnSpPr>
              <a:stCxn id="81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그룹 97"/>
          <p:cNvGrpSpPr/>
          <p:nvPr/>
        </p:nvGrpSpPr>
        <p:grpSpPr>
          <a:xfrm>
            <a:off x="5552857" y="1326352"/>
            <a:ext cx="494990" cy="513929"/>
            <a:chOff x="7238212" y="624541"/>
            <a:chExt cx="494990" cy="513929"/>
          </a:xfrm>
        </p:grpSpPr>
        <p:sp>
          <p:nvSpPr>
            <p:cNvPr id="99" name="TextBox 98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4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00" name="직선 화살표 연결선 99"/>
            <p:cNvCxnSpPr>
              <a:stCxn id="99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그룹 141"/>
          <p:cNvGrpSpPr/>
          <p:nvPr/>
        </p:nvGrpSpPr>
        <p:grpSpPr>
          <a:xfrm>
            <a:off x="5155532" y="1695872"/>
            <a:ext cx="494990" cy="513929"/>
            <a:chOff x="7238212" y="624541"/>
            <a:chExt cx="494990" cy="513929"/>
          </a:xfrm>
        </p:grpSpPr>
        <p:sp>
          <p:nvSpPr>
            <p:cNvPr id="143" name="TextBox 142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5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44" name="직선 화살표 연결선 143"/>
            <p:cNvCxnSpPr>
              <a:stCxn id="143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/>
          <p:cNvSpPr txBox="1"/>
          <p:nvPr/>
        </p:nvSpPr>
        <p:spPr>
          <a:xfrm>
            <a:off x="4088052" y="6212411"/>
            <a:ext cx="1564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Output: *</a:t>
            </a:r>
            <a:endParaRPr lang="ko-KR" altLang="en-US" sz="1600" dirty="0"/>
          </a:p>
        </p:txBody>
      </p:sp>
      <p:sp>
        <p:nvSpPr>
          <p:cNvPr id="106" name="TextBox 105"/>
          <p:cNvSpPr txBox="1"/>
          <p:nvPr/>
        </p:nvSpPr>
        <p:spPr>
          <a:xfrm>
            <a:off x="4835877" y="2374422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6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084444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5284400" y="2401143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7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82" name="TextBox 281"/>
          <p:cNvSpPr txBox="1"/>
          <p:nvPr/>
        </p:nvSpPr>
        <p:spPr>
          <a:xfrm>
            <a:off x="5333537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169" name="그룹 168"/>
          <p:cNvGrpSpPr/>
          <p:nvPr/>
        </p:nvGrpSpPr>
        <p:grpSpPr>
          <a:xfrm>
            <a:off x="5966060" y="1840281"/>
            <a:ext cx="494990" cy="420815"/>
            <a:chOff x="7238212" y="707846"/>
            <a:chExt cx="494990" cy="420815"/>
          </a:xfrm>
        </p:grpSpPr>
        <p:sp>
          <p:nvSpPr>
            <p:cNvPr id="170" name="TextBox 169"/>
            <p:cNvSpPr txBox="1"/>
            <p:nvPr/>
          </p:nvSpPr>
          <p:spPr>
            <a:xfrm>
              <a:off x="7238212" y="707846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8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71" name="직선 화살표 연결선 170"/>
            <p:cNvCxnSpPr>
              <a:stCxn id="170" idx="2"/>
            </p:cNvCxnSpPr>
            <p:nvPr/>
          </p:nvCxnSpPr>
          <p:spPr>
            <a:xfrm flipH="1">
              <a:off x="7465917" y="922509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TextBox 176"/>
          <p:cNvSpPr txBox="1"/>
          <p:nvPr/>
        </p:nvSpPr>
        <p:spPr>
          <a:xfrm>
            <a:off x="5724128" y="2401142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9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5895703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6105541" y="2401143"/>
            <a:ext cx="6540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10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6144796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1886704" y="3648287"/>
            <a:ext cx="1705521" cy="2304256"/>
            <a:chOff x="1886704" y="3648287"/>
            <a:chExt cx="1705521" cy="2304256"/>
          </a:xfrm>
        </p:grpSpPr>
        <p:cxnSp>
          <p:nvCxnSpPr>
            <p:cNvPr id="337" name="직선 연결선 336"/>
            <p:cNvCxnSpPr/>
            <p:nvPr/>
          </p:nvCxnSpPr>
          <p:spPr>
            <a:xfrm>
              <a:off x="3108277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직선 연결선 337"/>
            <p:cNvCxnSpPr/>
            <p:nvPr/>
          </p:nvCxnSpPr>
          <p:spPr>
            <a:xfrm>
              <a:off x="3481196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직선 연결선 338"/>
            <p:cNvCxnSpPr/>
            <p:nvPr/>
          </p:nvCxnSpPr>
          <p:spPr>
            <a:xfrm>
              <a:off x="1956149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0" name="TextBox 19"/>
            <p:cNvSpPr txBox="1"/>
            <p:nvPr/>
          </p:nvSpPr>
          <p:spPr>
            <a:xfrm>
              <a:off x="2383069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341" name="직선 연결선 340"/>
            <p:cNvCxnSpPr/>
            <p:nvPr/>
          </p:nvCxnSpPr>
          <p:spPr>
            <a:xfrm>
              <a:off x="1956149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2" name="TextBox 341"/>
            <p:cNvSpPr txBox="1"/>
            <p:nvPr/>
          </p:nvSpPr>
          <p:spPr>
            <a:xfrm>
              <a:off x="1886704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343" name="TextBox 342"/>
            <p:cNvSpPr txBox="1"/>
            <p:nvPr/>
          </p:nvSpPr>
          <p:spPr>
            <a:xfrm>
              <a:off x="3088169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44" name="TextBox 19"/>
            <p:cNvSpPr txBox="1"/>
            <p:nvPr/>
          </p:nvSpPr>
          <p:spPr>
            <a:xfrm>
              <a:off x="2383069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345" name="직선 연결선 344"/>
            <p:cNvCxnSpPr/>
            <p:nvPr/>
          </p:nvCxnSpPr>
          <p:spPr>
            <a:xfrm>
              <a:off x="1956149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6" name="TextBox 345"/>
            <p:cNvSpPr txBox="1"/>
            <p:nvPr/>
          </p:nvSpPr>
          <p:spPr>
            <a:xfrm>
              <a:off x="1886704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347" name="TextBox 346"/>
            <p:cNvSpPr txBox="1"/>
            <p:nvPr/>
          </p:nvSpPr>
          <p:spPr>
            <a:xfrm>
              <a:off x="3088169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48" name="TextBox 19"/>
            <p:cNvSpPr txBox="1"/>
            <p:nvPr/>
          </p:nvSpPr>
          <p:spPr>
            <a:xfrm>
              <a:off x="2383069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349" name="직선 연결선 348"/>
            <p:cNvCxnSpPr/>
            <p:nvPr/>
          </p:nvCxnSpPr>
          <p:spPr>
            <a:xfrm>
              <a:off x="1956149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0" name="TextBox 349"/>
            <p:cNvSpPr txBox="1"/>
            <p:nvPr/>
          </p:nvSpPr>
          <p:spPr>
            <a:xfrm>
              <a:off x="1886704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351" name="TextBox 350"/>
            <p:cNvSpPr txBox="1"/>
            <p:nvPr/>
          </p:nvSpPr>
          <p:spPr>
            <a:xfrm>
              <a:off x="3088169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52" name="TextBox 19"/>
            <p:cNvSpPr txBox="1"/>
            <p:nvPr/>
          </p:nvSpPr>
          <p:spPr>
            <a:xfrm>
              <a:off x="2383069" y="4750336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cxnSp>
          <p:nvCxnSpPr>
            <p:cNvPr id="353" name="직선 연결선 352"/>
            <p:cNvCxnSpPr/>
            <p:nvPr/>
          </p:nvCxnSpPr>
          <p:spPr>
            <a:xfrm>
              <a:off x="1956149" y="478822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4" name="TextBox 353"/>
            <p:cNvSpPr txBox="1"/>
            <p:nvPr/>
          </p:nvSpPr>
          <p:spPr>
            <a:xfrm>
              <a:off x="1886704" y="4750336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sp>
          <p:nvSpPr>
            <p:cNvPr id="355" name="TextBox 354"/>
            <p:cNvSpPr txBox="1"/>
            <p:nvPr/>
          </p:nvSpPr>
          <p:spPr>
            <a:xfrm>
              <a:off x="3088169" y="474269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cxnSp>
          <p:nvCxnSpPr>
            <p:cNvPr id="356" name="직선 연결선 355"/>
            <p:cNvCxnSpPr/>
            <p:nvPr/>
          </p:nvCxnSpPr>
          <p:spPr>
            <a:xfrm>
              <a:off x="1956149" y="4787736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/>
          <p:cNvGrpSpPr/>
          <p:nvPr/>
        </p:nvGrpSpPr>
        <p:grpSpPr>
          <a:xfrm>
            <a:off x="3753482" y="3648287"/>
            <a:ext cx="1705521" cy="2304256"/>
            <a:chOff x="3753482" y="3648287"/>
            <a:chExt cx="1705521" cy="2304256"/>
          </a:xfrm>
        </p:grpSpPr>
        <p:cxnSp>
          <p:nvCxnSpPr>
            <p:cNvPr id="167" name="직선 연결선 166"/>
            <p:cNvCxnSpPr/>
            <p:nvPr/>
          </p:nvCxnSpPr>
          <p:spPr>
            <a:xfrm>
              <a:off x="4975055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연결선 167"/>
            <p:cNvCxnSpPr/>
            <p:nvPr/>
          </p:nvCxnSpPr>
          <p:spPr>
            <a:xfrm>
              <a:off x="5347974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직선 연결선 253"/>
            <p:cNvCxnSpPr/>
            <p:nvPr/>
          </p:nvCxnSpPr>
          <p:spPr>
            <a:xfrm>
              <a:off x="3822927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5" name="TextBox 19"/>
            <p:cNvSpPr txBox="1"/>
            <p:nvPr/>
          </p:nvSpPr>
          <p:spPr>
            <a:xfrm>
              <a:off x="4249847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56" name="직선 연결선 255"/>
            <p:cNvCxnSpPr/>
            <p:nvPr/>
          </p:nvCxnSpPr>
          <p:spPr>
            <a:xfrm>
              <a:off x="3822927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7" name="TextBox 256"/>
            <p:cNvSpPr txBox="1"/>
            <p:nvPr/>
          </p:nvSpPr>
          <p:spPr>
            <a:xfrm>
              <a:off x="3753482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58" name="TextBox 257"/>
            <p:cNvSpPr txBox="1"/>
            <p:nvPr/>
          </p:nvSpPr>
          <p:spPr>
            <a:xfrm>
              <a:off x="4954947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59" name="TextBox 19"/>
            <p:cNvSpPr txBox="1"/>
            <p:nvPr/>
          </p:nvSpPr>
          <p:spPr>
            <a:xfrm>
              <a:off x="4249847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60" name="직선 연결선 259"/>
            <p:cNvCxnSpPr/>
            <p:nvPr/>
          </p:nvCxnSpPr>
          <p:spPr>
            <a:xfrm>
              <a:off x="3822927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TextBox 260"/>
            <p:cNvSpPr txBox="1"/>
            <p:nvPr/>
          </p:nvSpPr>
          <p:spPr>
            <a:xfrm>
              <a:off x="3753482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262" name="TextBox 261"/>
            <p:cNvSpPr txBox="1"/>
            <p:nvPr/>
          </p:nvSpPr>
          <p:spPr>
            <a:xfrm>
              <a:off x="4954947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63" name="TextBox 19"/>
            <p:cNvSpPr txBox="1"/>
            <p:nvPr/>
          </p:nvSpPr>
          <p:spPr>
            <a:xfrm>
              <a:off x="4249847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264" name="직선 연결선 263"/>
            <p:cNvCxnSpPr/>
            <p:nvPr/>
          </p:nvCxnSpPr>
          <p:spPr>
            <a:xfrm>
              <a:off x="3822927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5" name="TextBox 264"/>
            <p:cNvSpPr txBox="1"/>
            <p:nvPr/>
          </p:nvSpPr>
          <p:spPr>
            <a:xfrm>
              <a:off x="3753482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266" name="TextBox 265"/>
            <p:cNvSpPr txBox="1"/>
            <p:nvPr/>
          </p:nvSpPr>
          <p:spPr>
            <a:xfrm>
              <a:off x="4954947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5545779" y="3648287"/>
            <a:ext cx="1705521" cy="2304256"/>
            <a:chOff x="5545779" y="3648287"/>
            <a:chExt cx="1705521" cy="2304256"/>
          </a:xfrm>
        </p:grpSpPr>
        <p:cxnSp>
          <p:nvCxnSpPr>
            <p:cNvPr id="272" name="직선 연결선 271"/>
            <p:cNvCxnSpPr/>
            <p:nvPr/>
          </p:nvCxnSpPr>
          <p:spPr>
            <a:xfrm>
              <a:off x="6767352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직선 연결선 272"/>
            <p:cNvCxnSpPr/>
            <p:nvPr/>
          </p:nvCxnSpPr>
          <p:spPr>
            <a:xfrm>
              <a:off x="7140271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직선 연결선 273"/>
            <p:cNvCxnSpPr/>
            <p:nvPr/>
          </p:nvCxnSpPr>
          <p:spPr>
            <a:xfrm>
              <a:off x="5615224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5" name="TextBox 19"/>
            <p:cNvSpPr txBox="1"/>
            <p:nvPr/>
          </p:nvSpPr>
          <p:spPr>
            <a:xfrm>
              <a:off x="6042144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76" name="직선 연결선 275"/>
            <p:cNvCxnSpPr/>
            <p:nvPr/>
          </p:nvCxnSpPr>
          <p:spPr>
            <a:xfrm>
              <a:off x="5615224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276"/>
            <p:cNvSpPr txBox="1"/>
            <p:nvPr/>
          </p:nvSpPr>
          <p:spPr>
            <a:xfrm>
              <a:off x="5545779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6747244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79" name="TextBox 19"/>
            <p:cNvSpPr txBox="1"/>
            <p:nvPr/>
          </p:nvSpPr>
          <p:spPr>
            <a:xfrm>
              <a:off x="6042144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80" name="직선 연결선 279"/>
            <p:cNvCxnSpPr/>
            <p:nvPr/>
          </p:nvCxnSpPr>
          <p:spPr>
            <a:xfrm>
              <a:off x="5615224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TextBox 282"/>
            <p:cNvSpPr txBox="1"/>
            <p:nvPr/>
          </p:nvSpPr>
          <p:spPr>
            <a:xfrm>
              <a:off x="5545779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6747244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85" name="TextBox 19"/>
            <p:cNvSpPr txBox="1"/>
            <p:nvPr/>
          </p:nvSpPr>
          <p:spPr>
            <a:xfrm>
              <a:off x="6042144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286" name="직선 연결선 285"/>
            <p:cNvCxnSpPr/>
            <p:nvPr/>
          </p:nvCxnSpPr>
          <p:spPr>
            <a:xfrm>
              <a:off x="5615224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TextBox 286"/>
            <p:cNvSpPr txBox="1"/>
            <p:nvPr/>
          </p:nvSpPr>
          <p:spPr>
            <a:xfrm>
              <a:off x="5545779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288" name="TextBox 287"/>
            <p:cNvSpPr txBox="1"/>
            <p:nvPr/>
          </p:nvSpPr>
          <p:spPr>
            <a:xfrm>
              <a:off x="6747244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89" name="TextBox 19"/>
            <p:cNvSpPr txBox="1"/>
            <p:nvPr/>
          </p:nvSpPr>
          <p:spPr>
            <a:xfrm>
              <a:off x="5991160" y="4750336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11</a:t>
              </a:r>
              <a:endParaRPr lang="ko-KR" altLang="en-US" sz="1200" baseline="-25000" dirty="0"/>
            </a:p>
          </p:txBody>
        </p:sp>
        <p:cxnSp>
          <p:nvCxnSpPr>
            <p:cNvPr id="290" name="직선 연결선 289"/>
            <p:cNvCxnSpPr/>
            <p:nvPr/>
          </p:nvCxnSpPr>
          <p:spPr>
            <a:xfrm>
              <a:off x="5615224" y="478822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1" name="TextBox 290"/>
            <p:cNvSpPr txBox="1"/>
            <p:nvPr/>
          </p:nvSpPr>
          <p:spPr>
            <a:xfrm>
              <a:off x="5545779" y="4750336"/>
              <a:ext cx="10214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/>
                <a:t>1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92" name="TextBox 291"/>
            <p:cNvSpPr txBox="1"/>
            <p:nvPr/>
          </p:nvSpPr>
          <p:spPr>
            <a:xfrm>
              <a:off x="6747244" y="474269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cxnSp>
          <p:nvCxnSpPr>
            <p:cNvPr id="293" name="직선 연결선 292"/>
            <p:cNvCxnSpPr/>
            <p:nvPr/>
          </p:nvCxnSpPr>
          <p:spPr>
            <a:xfrm>
              <a:off x="5615224" y="4787736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4" name="그룹 293"/>
          <p:cNvGrpSpPr/>
          <p:nvPr/>
        </p:nvGrpSpPr>
        <p:grpSpPr>
          <a:xfrm>
            <a:off x="6358929" y="1473461"/>
            <a:ext cx="589335" cy="420816"/>
            <a:chOff x="7223017" y="707846"/>
            <a:chExt cx="589335" cy="420816"/>
          </a:xfrm>
        </p:grpSpPr>
        <p:sp>
          <p:nvSpPr>
            <p:cNvPr id="295" name="TextBox 294"/>
            <p:cNvSpPr txBox="1"/>
            <p:nvPr/>
          </p:nvSpPr>
          <p:spPr>
            <a:xfrm>
              <a:off x="7223017" y="707846"/>
              <a:ext cx="5893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11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96" name="직선 화살표 연결선 295"/>
            <p:cNvCxnSpPr/>
            <p:nvPr/>
          </p:nvCxnSpPr>
          <p:spPr>
            <a:xfrm flipH="1">
              <a:off x="7465919" y="930257"/>
              <a:ext cx="25883" cy="19840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그룹 22"/>
          <p:cNvGrpSpPr/>
          <p:nvPr/>
        </p:nvGrpSpPr>
        <p:grpSpPr>
          <a:xfrm>
            <a:off x="6219118" y="1952835"/>
            <a:ext cx="562455" cy="448307"/>
            <a:chOff x="6219118" y="1952835"/>
            <a:chExt cx="562455" cy="448307"/>
          </a:xfrm>
        </p:grpSpPr>
        <p:sp>
          <p:nvSpPr>
            <p:cNvPr id="394" name="TextBox 393"/>
            <p:cNvSpPr txBox="1"/>
            <p:nvPr/>
          </p:nvSpPr>
          <p:spPr>
            <a:xfrm>
              <a:off x="6219118" y="2093365"/>
              <a:ext cx="5624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12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95" name="TextBox 394"/>
            <p:cNvSpPr txBox="1"/>
            <p:nvPr/>
          </p:nvSpPr>
          <p:spPr>
            <a:xfrm>
              <a:off x="6356179" y="1952835"/>
              <a:ext cx="318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7238212" y="3648287"/>
            <a:ext cx="1705521" cy="2304256"/>
            <a:chOff x="7238212" y="3648287"/>
            <a:chExt cx="1705521" cy="2304256"/>
          </a:xfrm>
        </p:grpSpPr>
        <p:cxnSp>
          <p:nvCxnSpPr>
            <p:cNvPr id="399" name="직선 연결선 398"/>
            <p:cNvCxnSpPr/>
            <p:nvPr/>
          </p:nvCxnSpPr>
          <p:spPr>
            <a:xfrm>
              <a:off x="8459785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직선 연결선 399"/>
            <p:cNvCxnSpPr/>
            <p:nvPr/>
          </p:nvCxnSpPr>
          <p:spPr>
            <a:xfrm>
              <a:off x="8832704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직선 연결선 400"/>
            <p:cNvCxnSpPr/>
            <p:nvPr/>
          </p:nvCxnSpPr>
          <p:spPr>
            <a:xfrm>
              <a:off x="7307657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2" name="TextBox 19"/>
            <p:cNvSpPr txBox="1"/>
            <p:nvPr/>
          </p:nvSpPr>
          <p:spPr>
            <a:xfrm>
              <a:off x="7734577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403" name="직선 연결선 402"/>
            <p:cNvCxnSpPr/>
            <p:nvPr/>
          </p:nvCxnSpPr>
          <p:spPr>
            <a:xfrm>
              <a:off x="7307657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4" name="TextBox 403"/>
            <p:cNvSpPr txBox="1"/>
            <p:nvPr/>
          </p:nvSpPr>
          <p:spPr>
            <a:xfrm>
              <a:off x="7238212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405" name="TextBox 404"/>
            <p:cNvSpPr txBox="1"/>
            <p:nvPr/>
          </p:nvSpPr>
          <p:spPr>
            <a:xfrm>
              <a:off x="8439677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406" name="TextBox 19"/>
            <p:cNvSpPr txBox="1"/>
            <p:nvPr/>
          </p:nvSpPr>
          <p:spPr>
            <a:xfrm>
              <a:off x="7734577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407" name="직선 연결선 406"/>
            <p:cNvCxnSpPr/>
            <p:nvPr/>
          </p:nvCxnSpPr>
          <p:spPr>
            <a:xfrm>
              <a:off x="7307657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8" name="TextBox 407"/>
            <p:cNvSpPr txBox="1"/>
            <p:nvPr/>
          </p:nvSpPr>
          <p:spPr>
            <a:xfrm>
              <a:off x="7238212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409" name="TextBox 408"/>
            <p:cNvSpPr txBox="1"/>
            <p:nvPr/>
          </p:nvSpPr>
          <p:spPr>
            <a:xfrm>
              <a:off x="8439677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410" name="TextBox 19"/>
            <p:cNvSpPr txBox="1"/>
            <p:nvPr/>
          </p:nvSpPr>
          <p:spPr>
            <a:xfrm>
              <a:off x="7734577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411" name="직선 연결선 410"/>
            <p:cNvCxnSpPr/>
            <p:nvPr/>
          </p:nvCxnSpPr>
          <p:spPr>
            <a:xfrm>
              <a:off x="7307657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2" name="TextBox 411"/>
            <p:cNvSpPr txBox="1"/>
            <p:nvPr/>
          </p:nvSpPr>
          <p:spPr>
            <a:xfrm>
              <a:off x="7238212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413" name="TextBox 412"/>
            <p:cNvSpPr txBox="1"/>
            <p:nvPr/>
          </p:nvSpPr>
          <p:spPr>
            <a:xfrm>
              <a:off x="8439677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414" name="TextBox 19"/>
            <p:cNvSpPr txBox="1"/>
            <p:nvPr/>
          </p:nvSpPr>
          <p:spPr>
            <a:xfrm>
              <a:off x="7683593" y="4750336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11</a:t>
              </a:r>
              <a:endParaRPr lang="ko-KR" altLang="en-US" sz="1200" baseline="-25000" dirty="0"/>
            </a:p>
          </p:txBody>
        </p:sp>
        <p:cxnSp>
          <p:nvCxnSpPr>
            <p:cNvPr id="415" name="직선 연결선 414"/>
            <p:cNvCxnSpPr/>
            <p:nvPr/>
          </p:nvCxnSpPr>
          <p:spPr>
            <a:xfrm>
              <a:off x="7307657" y="478822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6" name="TextBox 415"/>
            <p:cNvSpPr txBox="1"/>
            <p:nvPr/>
          </p:nvSpPr>
          <p:spPr>
            <a:xfrm>
              <a:off x="7238212" y="4750336"/>
              <a:ext cx="10214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/>
                <a:t>1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417" name="TextBox 416"/>
            <p:cNvSpPr txBox="1"/>
            <p:nvPr/>
          </p:nvSpPr>
          <p:spPr>
            <a:xfrm>
              <a:off x="8439677" y="474269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cxnSp>
          <p:nvCxnSpPr>
            <p:cNvPr id="418" name="직선 연결선 417"/>
            <p:cNvCxnSpPr/>
            <p:nvPr/>
          </p:nvCxnSpPr>
          <p:spPr>
            <a:xfrm>
              <a:off x="7307657" y="4787736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9" name="TextBox 19"/>
            <p:cNvSpPr txBox="1"/>
            <p:nvPr/>
          </p:nvSpPr>
          <p:spPr>
            <a:xfrm>
              <a:off x="7683593" y="4510737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12</a:t>
              </a:r>
              <a:endParaRPr lang="ko-KR" altLang="en-US" sz="1200" baseline="-25000" dirty="0"/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7238212" y="4510737"/>
              <a:ext cx="10214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12</a:t>
              </a:r>
              <a:endParaRPr lang="ko-KR" altLang="en-US" sz="1200" baseline="-25000" dirty="0"/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8511440" y="4537065"/>
              <a:ext cx="3493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FF0000"/>
                  </a:solidFill>
                </a:rPr>
                <a:t>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422" name="직선 연결선 421"/>
            <p:cNvCxnSpPr/>
            <p:nvPr/>
          </p:nvCxnSpPr>
          <p:spPr>
            <a:xfrm>
              <a:off x="7307657" y="454813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/>
          <p:cNvGrpSpPr/>
          <p:nvPr/>
        </p:nvGrpSpPr>
        <p:grpSpPr>
          <a:xfrm>
            <a:off x="35380" y="3648287"/>
            <a:ext cx="1705521" cy="2304256"/>
            <a:chOff x="35380" y="3648287"/>
            <a:chExt cx="1705521" cy="2304256"/>
          </a:xfrm>
        </p:grpSpPr>
        <p:cxnSp>
          <p:nvCxnSpPr>
            <p:cNvPr id="424" name="직선 연결선 423"/>
            <p:cNvCxnSpPr/>
            <p:nvPr/>
          </p:nvCxnSpPr>
          <p:spPr>
            <a:xfrm>
              <a:off x="1256953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직선 연결선 424"/>
            <p:cNvCxnSpPr/>
            <p:nvPr/>
          </p:nvCxnSpPr>
          <p:spPr>
            <a:xfrm>
              <a:off x="1629872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직선 연결선 425"/>
            <p:cNvCxnSpPr/>
            <p:nvPr/>
          </p:nvCxnSpPr>
          <p:spPr>
            <a:xfrm>
              <a:off x="104825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7" name="TextBox 19"/>
            <p:cNvSpPr txBox="1"/>
            <p:nvPr/>
          </p:nvSpPr>
          <p:spPr>
            <a:xfrm>
              <a:off x="531745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428" name="직선 연결선 427"/>
            <p:cNvCxnSpPr/>
            <p:nvPr/>
          </p:nvCxnSpPr>
          <p:spPr>
            <a:xfrm>
              <a:off x="104825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9" name="TextBox 428"/>
            <p:cNvSpPr txBox="1"/>
            <p:nvPr/>
          </p:nvSpPr>
          <p:spPr>
            <a:xfrm>
              <a:off x="35380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1236845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431" name="TextBox 19"/>
            <p:cNvSpPr txBox="1"/>
            <p:nvPr/>
          </p:nvSpPr>
          <p:spPr>
            <a:xfrm>
              <a:off x="531745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432" name="직선 연결선 431"/>
            <p:cNvCxnSpPr/>
            <p:nvPr/>
          </p:nvCxnSpPr>
          <p:spPr>
            <a:xfrm>
              <a:off x="104825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3" name="TextBox 432"/>
            <p:cNvSpPr txBox="1"/>
            <p:nvPr/>
          </p:nvSpPr>
          <p:spPr>
            <a:xfrm>
              <a:off x="35380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1236845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435" name="TextBox 19"/>
            <p:cNvSpPr txBox="1"/>
            <p:nvPr/>
          </p:nvSpPr>
          <p:spPr>
            <a:xfrm>
              <a:off x="531745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436" name="직선 연결선 435"/>
            <p:cNvCxnSpPr/>
            <p:nvPr/>
          </p:nvCxnSpPr>
          <p:spPr>
            <a:xfrm>
              <a:off x="104825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7" name="TextBox 436"/>
            <p:cNvSpPr txBox="1"/>
            <p:nvPr/>
          </p:nvSpPr>
          <p:spPr>
            <a:xfrm>
              <a:off x="35380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438" name="TextBox 437"/>
            <p:cNvSpPr txBox="1"/>
            <p:nvPr/>
          </p:nvSpPr>
          <p:spPr>
            <a:xfrm>
              <a:off x="1236845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439" name="TextBox 19"/>
            <p:cNvSpPr txBox="1"/>
            <p:nvPr/>
          </p:nvSpPr>
          <p:spPr>
            <a:xfrm>
              <a:off x="531745" y="4750336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cxnSp>
          <p:nvCxnSpPr>
            <p:cNvPr id="440" name="직선 연결선 439"/>
            <p:cNvCxnSpPr/>
            <p:nvPr/>
          </p:nvCxnSpPr>
          <p:spPr>
            <a:xfrm>
              <a:off x="104825" y="478822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1" name="TextBox 440"/>
            <p:cNvSpPr txBox="1"/>
            <p:nvPr/>
          </p:nvSpPr>
          <p:spPr>
            <a:xfrm>
              <a:off x="35380" y="4750336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4</a:t>
              </a:r>
              <a:endParaRPr lang="ko-KR" altLang="en-US" sz="1200" baseline="-25000" dirty="0"/>
            </a:p>
          </p:txBody>
        </p:sp>
        <p:sp>
          <p:nvSpPr>
            <p:cNvPr id="442" name="TextBox 441"/>
            <p:cNvSpPr txBox="1"/>
            <p:nvPr/>
          </p:nvSpPr>
          <p:spPr>
            <a:xfrm>
              <a:off x="1236845" y="474269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cxnSp>
          <p:nvCxnSpPr>
            <p:cNvPr id="443" name="직선 연결선 442"/>
            <p:cNvCxnSpPr/>
            <p:nvPr/>
          </p:nvCxnSpPr>
          <p:spPr>
            <a:xfrm>
              <a:off x="104825" y="4787736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4" name="TextBox 19"/>
            <p:cNvSpPr txBox="1"/>
            <p:nvPr/>
          </p:nvSpPr>
          <p:spPr>
            <a:xfrm>
              <a:off x="531745" y="4511229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8</a:t>
              </a:r>
              <a:endParaRPr lang="ko-KR" altLang="en-US" sz="1200" baseline="-25000" dirty="0"/>
            </a:p>
          </p:txBody>
        </p:sp>
        <p:cxnSp>
          <p:nvCxnSpPr>
            <p:cNvPr id="445" name="직선 연결선 444"/>
            <p:cNvCxnSpPr/>
            <p:nvPr/>
          </p:nvCxnSpPr>
          <p:spPr>
            <a:xfrm>
              <a:off x="104825" y="4549121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6" name="TextBox 445"/>
            <p:cNvSpPr txBox="1"/>
            <p:nvPr/>
          </p:nvSpPr>
          <p:spPr>
            <a:xfrm>
              <a:off x="35380" y="4511229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8</a:t>
              </a:r>
              <a:endParaRPr lang="ko-KR" altLang="en-US" sz="1200" baseline="-25000" dirty="0"/>
            </a:p>
          </p:txBody>
        </p:sp>
        <p:sp>
          <p:nvSpPr>
            <p:cNvPr id="447" name="TextBox 446"/>
            <p:cNvSpPr txBox="1"/>
            <p:nvPr/>
          </p:nvSpPr>
          <p:spPr>
            <a:xfrm>
              <a:off x="1236845" y="4503584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9046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908720"/>
            <a:ext cx="3425523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908720"/>
            <a:ext cx="2277715" cy="1574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그룹 29"/>
          <p:cNvGrpSpPr/>
          <p:nvPr/>
        </p:nvGrpSpPr>
        <p:grpSpPr>
          <a:xfrm>
            <a:off x="7159054" y="682823"/>
            <a:ext cx="653306" cy="307777"/>
            <a:chOff x="7159054" y="682823"/>
            <a:chExt cx="653306" cy="307777"/>
          </a:xfrm>
        </p:grpSpPr>
        <p:sp>
          <p:nvSpPr>
            <p:cNvPr id="6" name="TextBox 5"/>
            <p:cNvSpPr txBox="1"/>
            <p:nvPr/>
          </p:nvSpPr>
          <p:spPr>
            <a:xfrm>
              <a:off x="7317370" y="682823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8" name="직선 화살표 연결선 7"/>
            <p:cNvCxnSpPr>
              <a:stCxn id="6" idx="1"/>
            </p:cNvCxnSpPr>
            <p:nvPr/>
          </p:nvCxnSpPr>
          <p:spPr>
            <a:xfrm flipH="1">
              <a:off x="7159054" y="836712"/>
              <a:ext cx="158316" cy="72007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/>
          <p:cNvGrpSpPr/>
          <p:nvPr/>
        </p:nvGrpSpPr>
        <p:grpSpPr>
          <a:xfrm>
            <a:off x="6307342" y="754831"/>
            <a:ext cx="494990" cy="513929"/>
            <a:chOff x="7238212" y="624541"/>
            <a:chExt cx="494990" cy="513929"/>
          </a:xfrm>
        </p:grpSpPr>
        <p:sp>
          <p:nvSpPr>
            <p:cNvPr id="46" name="TextBox 45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2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47" name="직선 화살표 연결선 46"/>
            <p:cNvCxnSpPr>
              <a:stCxn id="46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그룹 79"/>
          <p:cNvGrpSpPr/>
          <p:nvPr/>
        </p:nvGrpSpPr>
        <p:grpSpPr>
          <a:xfrm>
            <a:off x="5905924" y="1062608"/>
            <a:ext cx="494990" cy="513929"/>
            <a:chOff x="7238212" y="624541"/>
            <a:chExt cx="494990" cy="513929"/>
          </a:xfrm>
        </p:grpSpPr>
        <p:sp>
          <p:nvSpPr>
            <p:cNvPr id="81" name="TextBox 80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3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82" name="직선 화살표 연결선 81"/>
            <p:cNvCxnSpPr>
              <a:stCxn id="81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그룹 97"/>
          <p:cNvGrpSpPr/>
          <p:nvPr/>
        </p:nvGrpSpPr>
        <p:grpSpPr>
          <a:xfrm>
            <a:off x="5552857" y="1326352"/>
            <a:ext cx="494990" cy="513929"/>
            <a:chOff x="7238212" y="624541"/>
            <a:chExt cx="494990" cy="513929"/>
          </a:xfrm>
        </p:grpSpPr>
        <p:sp>
          <p:nvSpPr>
            <p:cNvPr id="99" name="TextBox 98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4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00" name="직선 화살표 연결선 99"/>
            <p:cNvCxnSpPr>
              <a:stCxn id="99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그룹 141"/>
          <p:cNvGrpSpPr/>
          <p:nvPr/>
        </p:nvGrpSpPr>
        <p:grpSpPr>
          <a:xfrm>
            <a:off x="5155532" y="1695872"/>
            <a:ext cx="494990" cy="513929"/>
            <a:chOff x="7238212" y="624541"/>
            <a:chExt cx="494990" cy="513929"/>
          </a:xfrm>
        </p:grpSpPr>
        <p:sp>
          <p:nvSpPr>
            <p:cNvPr id="143" name="TextBox 142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5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44" name="직선 화살표 연결선 143"/>
            <p:cNvCxnSpPr>
              <a:stCxn id="143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/>
          <p:cNvSpPr txBox="1"/>
          <p:nvPr/>
        </p:nvSpPr>
        <p:spPr>
          <a:xfrm>
            <a:off x="7594197" y="6212411"/>
            <a:ext cx="1226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Output: * </a:t>
            </a:r>
            <a:endParaRPr lang="ko-KR" altLang="en-US" sz="1600" dirty="0"/>
          </a:p>
        </p:txBody>
      </p:sp>
      <p:sp>
        <p:nvSpPr>
          <p:cNvPr id="106" name="TextBox 105"/>
          <p:cNvSpPr txBox="1"/>
          <p:nvPr/>
        </p:nvSpPr>
        <p:spPr>
          <a:xfrm>
            <a:off x="4835877" y="2374422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6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084444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5284400" y="2401143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7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82" name="TextBox 281"/>
          <p:cNvSpPr txBox="1"/>
          <p:nvPr/>
        </p:nvSpPr>
        <p:spPr>
          <a:xfrm>
            <a:off x="5333537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169" name="그룹 168"/>
          <p:cNvGrpSpPr/>
          <p:nvPr/>
        </p:nvGrpSpPr>
        <p:grpSpPr>
          <a:xfrm>
            <a:off x="5966060" y="1840281"/>
            <a:ext cx="494990" cy="420815"/>
            <a:chOff x="7238212" y="707846"/>
            <a:chExt cx="494990" cy="420815"/>
          </a:xfrm>
        </p:grpSpPr>
        <p:sp>
          <p:nvSpPr>
            <p:cNvPr id="170" name="TextBox 169"/>
            <p:cNvSpPr txBox="1"/>
            <p:nvPr/>
          </p:nvSpPr>
          <p:spPr>
            <a:xfrm>
              <a:off x="7238212" y="707846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8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71" name="직선 화살표 연결선 170"/>
            <p:cNvCxnSpPr>
              <a:stCxn id="170" idx="2"/>
            </p:cNvCxnSpPr>
            <p:nvPr/>
          </p:nvCxnSpPr>
          <p:spPr>
            <a:xfrm flipH="1">
              <a:off x="7465917" y="922509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TextBox 176"/>
          <p:cNvSpPr txBox="1"/>
          <p:nvPr/>
        </p:nvSpPr>
        <p:spPr>
          <a:xfrm>
            <a:off x="5724128" y="2401142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9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5895703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6105541" y="2401143"/>
            <a:ext cx="6540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10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6144796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294" name="그룹 293"/>
          <p:cNvGrpSpPr/>
          <p:nvPr/>
        </p:nvGrpSpPr>
        <p:grpSpPr>
          <a:xfrm>
            <a:off x="6358929" y="1473461"/>
            <a:ext cx="589335" cy="420816"/>
            <a:chOff x="7223017" y="707846"/>
            <a:chExt cx="589335" cy="420816"/>
          </a:xfrm>
        </p:grpSpPr>
        <p:sp>
          <p:nvSpPr>
            <p:cNvPr id="295" name="TextBox 294"/>
            <p:cNvSpPr txBox="1"/>
            <p:nvPr/>
          </p:nvSpPr>
          <p:spPr>
            <a:xfrm>
              <a:off x="7223017" y="707846"/>
              <a:ext cx="5893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11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96" name="직선 화살표 연결선 295"/>
            <p:cNvCxnSpPr/>
            <p:nvPr/>
          </p:nvCxnSpPr>
          <p:spPr>
            <a:xfrm flipH="1">
              <a:off x="7465919" y="930257"/>
              <a:ext cx="25883" cy="19840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그룹 6"/>
          <p:cNvGrpSpPr/>
          <p:nvPr/>
        </p:nvGrpSpPr>
        <p:grpSpPr>
          <a:xfrm>
            <a:off x="3622887" y="3648287"/>
            <a:ext cx="1705521" cy="2304256"/>
            <a:chOff x="3622887" y="3648287"/>
            <a:chExt cx="1705521" cy="2304256"/>
          </a:xfrm>
        </p:grpSpPr>
        <p:cxnSp>
          <p:nvCxnSpPr>
            <p:cNvPr id="374" name="직선 연결선 373"/>
            <p:cNvCxnSpPr/>
            <p:nvPr/>
          </p:nvCxnSpPr>
          <p:spPr>
            <a:xfrm>
              <a:off x="4844460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직선 연결선 374"/>
            <p:cNvCxnSpPr/>
            <p:nvPr/>
          </p:nvCxnSpPr>
          <p:spPr>
            <a:xfrm>
              <a:off x="5217379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직선 연결선 375"/>
            <p:cNvCxnSpPr/>
            <p:nvPr/>
          </p:nvCxnSpPr>
          <p:spPr>
            <a:xfrm>
              <a:off x="3692332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7" name="TextBox 19"/>
            <p:cNvSpPr txBox="1"/>
            <p:nvPr/>
          </p:nvSpPr>
          <p:spPr>
            <a:xfrm>
              <a:off x="4119252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378" name="직선 연결선 377"/>
            <p:cNvCxnSpPr/>
            <p:nvPr/>
          </p:nvCxnSpPr>
          <p:spPr>
            <a:xfrm>
              <a:off x="3692332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9" name="TextBox 378"/>
            <p:cNvSpPr txBox="1"/>
            <p:nvPr/>
          </p:nvSpPr>
          <p:spPr>
            <a:xfrm>
              <a:off x="3622887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380" name="TextBox 379"/>
            <p:cNvSpPr txBox="1"/>
            <p:nvPr/>
          </p:nvSpPr>
          <p:spPr>
            <a:xfrm>
              <a:off x="4824352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81" name="TextBox 19"/>
            <p:cNvSpPr txBox="1"/>
            <p:nvPr/>
          </p:nvSpPr>
          <p:spPr>
            <a:xfrm>
              <a:off x="4119252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382" name="직선 연결선 381"/>
            <p:cNvCxnSpPr/>
            <p:nvPr/>
          </p:nvCxnSpPr>
          <p:spPr>
            <a:xfrm>
              <a:off x="3692332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3" name="TextBox 382"/>
            <p:cNvSpPr txBox="1"/>
            <p:nvPr/>
          </p:nvSpPr>
          <p:spPr>
            <a:xfrm>
              <a:off x="3622887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384" name="TextBox 383"/>
            <p:cNvSpPr txBox="1"/>
            <p:nvPr/>
          </p:nvSpPr>
          <p:spPr>
            <a:xfrm>
              <a:off x="4824352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85" name="TextBox 19"/>
            <p:cNvSpPr txBox="1"/>
            <p:nvPr/>
          </p:nvSpPr>
          <p:spPr>
            <a:xfrm>
              <a:off x="4119252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386" name="직선 연결선 385"/>
            <p:cNvCxnSpPr/>
            <p:nvPr/>
          </p:nvCxnSpPr>
          <p:spPr>
            <a:xfrm>
              <a:off x="3692332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7" name="TextBox 386"/>
            <p:cNvSpPr txBox="1"/>
            <p:nvPr/>
          </p:nvSpPr>
          <p:spPr>
            <a:xfrm>
              <a:off x="3622887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388" name="TextBox 387"/>
            <p:cNvSpPr txBox="1"/>
            <p:nvPr/>
          </p:nvSpPr>
          <p:spPr>
            <a:xfrm>
              <a:off x="4824352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89" name="TextBox 19"/>
            <p:cNvSpPr txBox="1"/>
            <p:nvPr/>
          </p:nvSpPr>
          <p:spPr>
            <a:xfrm>
              <a:off x="4068268" y="4750336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11</a:t>
              </a:r>
              <a:endParaRPr lang="ko-KR" altLang="en-US" sz="1200" baseline="-25000" dirty="0"/>
            </a:p>
          </p:txBody>
        </p:sp>
        <p:cxnSp>
          <p:nvCxnSpPr>
            <p:cNvPr id="390" name="직선 연결선 389"/>
            <p:cNvCxnSpPr/>
            <p:nvPr/>
          </p:nvCxnSpPr>
          <p:spPr>
            <a:xfrm>
              <a:off x="3692332" y="478822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TextBox 390"/>
            <p:cNvSpPr txBox="1"/>
            <p:nvPr/>
          </p:nvSpPr>
          <p:spPr>
            <a:xfrm>
              <a:off x="3622887" y="4750336"/>
              <a:ext cx="10214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/>
                <a:t>1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392" name="TextBox 391"/>
            <p:cNvSpPr txBox="1"/>
            <p:nvPr/>
          </p:nvSpPr>
          <p:spPr>
            <a:xfrm>
              <a:off x="4824352" y="474269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cxnSp>
          <p:nvCxnSpPr>
            <p:cNvPr id="393" name="직선 연결선 392"/>
            <p:cNvCxnSpPr/>
            <p:nvPr/>
          </p:nvCxnSpPr>
          <p:spPr>
            <a:xfrm>
              <a:off x="3692332" y="4787736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TextBox 393"/>
          <p:cNvSpPr txBox="1"/>
          <p:nvPr/>
        </p:nvSpPr>
        <p:spPr>
          <a:xfrm>
            <a:off x="6219118" y="2093365"/>
            <a:ext cx="562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12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395" name="TextBox 394"/>
          <p:cNvSpPr txBox="1"/>
          <p:nvPr/>
        </p:nvSpPr>
        <p:spPr>
          <a:xfrm>
            <a:off x="6356179" y="195283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6544859" y="1952836"/>
            <a:ext cx="647503" cy="412340"/>
            <a:chOff x="6544859" y="1952836"/>
            <a:chExt cx="647503" cy="412340"/>
          </a:xfrm>
        </p:grpSpPr>
        <p:sp>
          <p:nvSpPr>
            <p:cNvPr id="397" name="TextBox 396"/>
            <p:cNvSpPr txBox="1"/>
            <p:nvPr/>
          </p:nvSpPr>
          <p:spPr>
            <a:xfrm>
              <a:off x="6544859" y="1952836"/>
              <a:ext cx="318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98" name="TextBox 397"/>
            <p:cNvSpPr txBox="1"/>
            <p:nvPr/>
          </p:nvSpPr>
          <p:spPr>
            <a:xfrm>
              <a:off x="6629907" y="2057399"/>
              <a:ext cx="5624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13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1814594" y="3648287"/>
            <a:ext cx="1705521" cy="2304256"/>
            <a:chOff x="1814594" y="3648287"/>
            <a:chExt cx="1705521" cy="2304256"/>
          </a:xfrm>
        </p:grpSpPr>
        <p:cxnSp>
          <p:nvCxnSpPr>
            <p:cNvPr id="399" name="직선 연결선 398"/>
            <p:cNvCxnSpPr/>
            <p:nvPr/>
          </p:nvCxnSpPr>
          <p:spPr>
            <a:xfrm>
              <a:off x="3036167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직선 연결선 399"/>
            <p:cNvCxnSpPr/>
            <p:nvPr/>
          </p:nvCxnSpPr>
          <p:spPr>
            <a:xfrm>
              <a:off x="3409086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직선 연결선 400"/>
            <p:cNvCxnSpPr/>
            <p:nvPr/>
          </p:nvCxnSpPr>
          <p:spPr>
            <a:xfrm>
              <a:off x="1884039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2" name="TextBox 19"/>
            <p:cNvSpPr txBox="1"/>
            <p:nvPr/>
          </p:nvSpPr>
          <p:spPr>
            <a:xfrm>
              <a:off x="2310959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403" name="직선 연결선 402"/>
            <p:cNvCxnSpPr/>
            <p:nvPr/>
          </p:nvCxnSpPr>
          <p:spPr>
            <a:xfrm>
              <a:off x="1884039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4" name="TextBox 403"/>
            <p:cNvSpPr txBox="1"/>
            <p:nvPr/>
          </p:nvSpPr>
          <p:spPr>
            <a:xfrm>
              <a:off x="1814594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405" name="TextBox 404"/>
            <p:cNvSpPr txBox="1"/>
            <p:nvPr/>
          </p:nvSpPr>
          <p:spPr>
            <a:xfrm>
              <a:off x="3016059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406" name="TextBox 19"/>
            <p:cNvSpPr txBox="1"/>
            <p:nvPr/>
          </p:nvSpPr>
          <p:spPr>
            <a:xfrm>
              <a:off x="2310959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407" name="직선 연결선 406"/>
            <p:cNvCxnSpPr/>
            <p:nvPr/>
          </p:nvCxnSpPr>
          <p:spPr>
            <a:xfrm>
              <a:off x="1884039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8" name="TextBox 407"/>
            <p:cNvSpPr txBox="1"/>
            <p:nvPr/>
          </p:nvSpPr>
          <p:spPr>
            <a:xfrm>
              <a:off x="1814594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409" name="TextBox 408"/>
            <p:cNvSpPr txBox="1"/>
            <p:nvPr/>
          </p:nvSpPr>
          <p:spPr>
            <a:xfrm>
              <a:off x="3016059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410" name="TextBox 19"/>
            <p:cNvSpPr txBox="1"/>
            <p:nvPr/>
          </p:nvSpPr>
          <p:spPr>
            <a:xfrm>
              <a:off x="2310959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411" name="직선 연결선 410"/>
            <p:cNvCxnSpPr/>
            <p:nvPr/>
          </p:nvCxnSpPr>
          <p:spPr>
            <a:xfrm>
              <a:off x="1884039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2" name="TextBox 411"/>
            <p:cNvSpPr txBox="1"/>
            <p:nvPr/>
          </p:nvSpPr>
          <p:spPr>
            <a:xfrm>
              <a:off x="1814594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413" name="TextBox 412"/>
            <p:cNvSpPr txBox="1"/>
            <p:nvPr/>
          </p:nvSpPr>
          <p:spPr>
            <a:xfrm>
              <a:off x="3016059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414" name="TextBox 19"/>
            <p:cNvSpPr txBox="1"/>
            <p:nvPr/>
          </p:nvSpPr>
          <p:spPr>
            <a:xfrm>
              <a:off x="2259975" y="4750336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11</a:t>
              </a:r>
              <a:endParaRPr lang="ko-KR" altLang="en-US" sz="1200" baseline="-25000" dirty="0"/>
            </a:p>
          </p:txBody>
        </p:sp>
        <p:cxnSp>
          <p:nvCxnSpPr>
            <p:cNvPr id="415" name="직선 연결선 414"/>
            <p:cNvCxnSpPr/>
            <p:nvPr/>
          </p:nvCxnSpPr>
          <p:spPr>
            <a:xfrm>
              <a:off x="1884039" y="478822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6" name="TextBox 415"/>
            <p:cNvSpPr txBox="1"/>
            <p:nvPr/>
          </p:nvSpPr>
          <p:spPr>
            <a:xfrm>
              <a:off x="1814594" y="4750336"/>
              <a:ext cx="10214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/>
                <a:t>1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417" name="TextBox 416"/>
            <p:cNvSpPr txBox="1"/>
            <p:nvPr/>
          </p:nvSpPr>
          <p:spPr>
            <a:xfrm>
              <a:off x="3016059" y="474269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cxnSp>
          <p:nvCxnSpPr>
            <p:cNvPr id="418" name="직선 연결선 417"/>
            <p:cNvCxnSpPr/>
            <p:nvPr/>
          </p:nvCxnSpPr>
          <p:spPr>
            <a:xfrm>
              <a:off x="1884039" y="4787736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9" name="TextBox 19"/>
            <p:cNvSpPr txBox="1"/>
            <p:nvPr/>
          </p:nvSpPr>
          <p:spPr>
            <a:xfrm>
              <a:off x="2259975" y="4510737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12</a:t>
              </a:r>
              <a:endParaRPr lang="ko-KR" altLang="en-US" sz="1200" baseline="-25000" dirty="0"/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1814594" y="4510737"/>
              <a:ext cx="10214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13</a:t>
              </a:r>
              <a:endParaRPr lang="ko-KR" altLang="en-US" sz="1200" baseline="-25000" dirty="0"/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3087822" y="4537065"/>
              <a:ext cx="3493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FF0000"/>
                  </a:solidFill>
                </a:rPr>
                <a:t>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422" name="직선 연결선 421"/>
            <p:cNvCxnSpPr/>
            <p:nvPr/>
          </p:nvCxnSpPr>
          <p:spPr>
            <a:xfrm>
              <a:off x="1884039" y="454813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/>
          <p:cNvGrpSpPr/>
          <p:nvPr/>
        </p:nvGrpSpPr>
        <p:grpSpPr>
          <a:xfrm>
            <a:off x="5452131" y="3648287"/>
            <a:ext cx="1705521" cy="2304256"/>
            <a:chOff x="5452131" y="3648287"/>
            <a:chExt cx="1705521" cy="2304256"/>
          </a:xfrm>
        </p:grpSpPr>
        <p:cxnSp>
          <p:nvCxnSpPr>
            <p:cNvPr id="140" name="직선 연결선 139"/>
            <p:cNvCxnSpPr/>
            <p:nvPr/>
          </p:nvCxnSpPr>
          <p:spPr>
            <a:xfrm>
              <a:off x="6673704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직선 연결선 140"/>
            <p:cNvCxnSpPr/>
            <p:nvPr/>
          </p:nvCxnSpPr>
          <p:spPr>
            <a:xfrm>
              <a:off x="7046623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직선 연결선 144"/>
            <p:cNvCxnSpPr/>
            <p:nvPr/>
          </p:nvCxnSpPr>
          <p:spPr>
            <a:xfrm>
              <a:off x="5521576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19"/>
            <p:cNvSpPr txBox="1"/>
            <p:nvPr/>
          </p:nvSpPr>
          <p:spPr>
            <a:xfrm>
              <a:off x="5948496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147" name="직선 연결선 146"/>
            <p:cNvCxnSpPr/>
            <p:nvPr/>
          </p:nvCxnSpPr>
          <p:spPr>
            <a:xfrm>
              <a:off x="5521576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TextBox 147"/>
            <p:cNvSpPr txBox="1"/>
            <p:nvPr/>
          </p:nvSpPr>
          <p:spPr>
            <a:xfrm>
              <a:off x="5452131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653596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50" name="TextBox 19"/>
            <p:cNvSpPr txBox="1"/>
            <p:nvPr/>
          </p:nvSpPr>
          <p:spPr>
            <a:xfrm>
              <a:off x="5948496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151" name="직선 연결선 150"/>
            <p:cNvCxnSpPr/>
            <p:nvPr/>
          </p:nvCxnSpPr>
          <p:spPr>
            <a:xfrm>
              <a:off x="5521576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Box 151"/>
            <p:cNvSpPr txBox="1"/>
            <p:nvPr/>
          </p:nvSpPr>
          <p:spPr>
            <a:xfrm>
              <a:off x="5452131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6653596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54" name="TextBox 19"/>
            <p:cNvSpPr txBox="1"/>
            <p:nvPr/>
          </p:nvSpPr>
          <p:spPr>
            <a:xfrm>
              <a:off x="5948496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155" name="직선 연결선 154"/>
            <p:cNvCxnSpPr/>
            <p:nvPr/>
          </p:nvCxnSpPr>
          <p:spPr>
            <a:xfrm>
              <a:off x="5521576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TextBox 155"/>
            <p:cNvSpPr txBox="1"/>
            <p:nvPr/>
          </p:nvSpPr>
          <p:spPr>
            <a:xfrm>
              <a:off x="5452131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6653596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7244086" y="3648287"/>
            <a:ext cx="1705521" cy="2304256"/>
            <a:chOff x="7244086" y="3648287"/>
            <a:chExt cx="1705521" cy="2304256"/>
          </a:xfrm>
        </p:grpSpPr>
        <p:cxnSp>
          <p:nvCxnSpPr>
            <p:cNvPr id="163" name="직선 연결선 162"/>
            <p:cNvCxnSpPr/>
            <p:nvPr/>
          </p:nvCxnSpPr>
          <p:spPr>
            <a:xfrm>
              <a:off x="8465659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/>
            <p:cNvCxnSpPr/>
            <p:nvPr/>
          </p:nvCxnSpPr>
          <p:spPr>
            <a:xfrm>
              <a:off x="8838578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직선 연결선 164"/>
            <p:cNvCxnSpPr/>
            <p:nvPr/>
          </p:nvCxnSpPr>
          <p:spPr>
            <a:xfrm>
              <a:off x="7313531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TextBox 19"/>
            <p:cNvSpPr txBox="1"/>
            <p:nvPr/>
          </p:nvSpPr>
          <p:spPr>
            <a:xfrm>
              <a:off x="7740451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172" name="직선 연결선 171"/>
            <p:cNvCxnSpPr/>
            <p:nvPr/>
          </p:nvCxnSpPr>
          <p:spPr>
            <a:xfrm>
              <a:off x="7313531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TextBox 172"/>
            <p:cNvSpPr txBox="1"/>
            <p:nvPr/>
          </p:nvSpPr>
          <p:spPr>
            <a:xfrm>
              <a:off x="7244086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8445551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75" name="TextBox 19"/>
            <p:cNvSpPr txBox="1"/>
            <p:nvPr/>
          </p:nvSpPr>
          <p:spPr>
            <a:xfrm>
              <a:off x="7740451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176" name="직선 연결선 175"/>
            <p:cNvCxnSpPr/>
            <p:nvPr/>
          </p:nvCxnSpPr>
          <p:spPr>
            <a:xfrm>
              <a:off x="7313531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TextBox 180"/>
            <p:cNvSpPr txBox="1"/>
            <p:nvPr/>
          </p:nvSpPr>
          <p:spPr>
            <a:xfrm>
              <a:off x="7244086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8445551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42840" y="3648287"/>
            <a:ext cx="1705521" cy="2304256"/>
            <a:chOff x="42840" y="3648287"/>
            <a:chExt cx="1705521" cy="2304256"/>
          </a:xfrm>
        </p:grpSpPr>
        <p:cxnSp>
          <p:nvCxnSpPr>
            <p:cNvPr id="205" name="직선 연결선 204"/>
            <p:cNvCxnSpPr/>
            <p:nvPr/>
          </p:nvCxnSpPr>
          <p:spPr>
            <a:xfrm>
              <a:off x="1264413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직선 연결선 205"/>
            <p:cNvCxnSpPr/>
            <p:nvPr/>
          </p:nvCxnSpPr>
          <p:spPr>
            <a:xfrm>
              <a:off x="1637332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직선 연결선 206"/>
            <p:cNvCxnSpPr/>
            <p:nvPr/>
          </p:nvCxnSpPr>
          <p:spPr>
            <a:xfrm>
              <a:off x="112285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TextBox 19"/>
            <p:cNvSpPr txBox="1"/>
            <p:nvPr/>
          </p:nvSpPr>
          <p:spPr>
            <a:xfrm>
              <a:off x="539205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09" name="직선 연결선 208"/>
            <p:cNvCxnSpPr/>
            <p:nvPr/>
          </p:nvCxnSpPr>
          <p:spPr>
            <a:xfrm>
              <a:off x="112285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TextBox 209"/>
            <p:cNvSpPr txBox="1"/>
            <p:nvPr/>
          </p:nvSpPr>
          <p:spPr>
            <a:xfrm>
              <a:off x="42840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1244305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12" name="TextBox 19"/>
            <p:cNvSpPr txBox="1"/>
            <p:nvPr/>
          </p:nvSpPr>
          <p:spPr>
            <a:xfrm>
              <a:off x="539205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13" name="직선 연결선 212"/>
            <p:cNvCxnSpPr/>
            <p:nvPr/>
          </p:nvCxnSpPr>
          <p:spPr>
            <a:xfrm>
              <a:off x="112285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TextBox 213"/>
            <p:cNvSpPr txBox="1"/>
            <p:nvPr/>
          </p:nvSpPr>
          <p:spPr>
            <a:xfrm>
              <a:off x="42840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1244305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16" name="TextBox 19"/>
            <p:cNvSpPr txBox="1"/>
            <p:nvPr/>
          </p:nvSpPr>
          <p:spPr>
            <a:xfrm>
              <a:off x="539205" y="4988951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cxnSp>
          <p:nvCxnSpPr>
            <p:cNvPr id="217" name="직선 연결선 216"/>
            <p:cNvCxnSpPr/>
            <p:nvPr/>
          </p:nvCxnSpPr>
          <p:spPr>
            <a:xfrm>
              <a:off x="112285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8" name="TextBox 217"/>
            <p:cNvSpPr txBox="1"/>
            <p:nvPr/>
          </p:nvSpPr>
          <p:spPr>
            <a:xfrm>
              <a:off x="42840" y="4988951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3</a:t>
              </a:r>
              <a:endParaRPr lang="ko-KR" altLang="en-US" sz="1200" baseline="-25000" dirty="0"/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1244305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20" name="TextBox 19"/>
            <p:cNvSpPr txBox="1"/>
            <p:nvPr/>
          </p:nvSpPr>
          <p:spPr>
            <a:xfrm>
              <a:off x="488221" y="4750336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11</a:t>
              </a:r>
              <a:endParaRPr lang="ko-KR" altLang="en-US" sz="1200" baseline="-25000" dirty="0"/>
            </a:p>
          </p:txBody>
        </p:sp>
        <p:cxnSp>
          <p:nvCxnSpPr>
            <p:cNvPr id="221" name="직선 연결선 220"/>
            <p:cNvCxnSpPr/>
            <p:nvPr/>
          </p:nvCxnSpPr>
          <p:spPr>
            <a:xfrm>
              <a:off x="112285" y="4788228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TextBox 221"/>
            <p:cNvSpPr txBox="1"/>
            <p:nvPr/>
          </p:nvSpPr>
          <p:spPr>
            <a:xfrm>
              <a:off x="42840" y="4750336"/>
              <a:ext cx="10214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/>
                <a:t>1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1244305" y="4742691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cxnSp>
          <p:nvCxnSpPr>
            <p:cNvPr id="224" name="직선 연결선 223"/>
            <p:cNvCxnSpPr/>
            <p:nvPr/>
          </p:nvCxnSpPr>
          <p:spPr>
            <a:xfrm>
              <a:off x="112285" y="4787736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5" name="TextBox 224"/>
          <p:cNvSpPr txBox="1"/>
          <p:nvPr/>
        </p:nvSpPr>
        <p:spPr>
          <a:xfrm>
            <a:off x="415644" y="6212411"/>
            <a:ext cx="1564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Output: C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7899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2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908720"/>
            <a:ext cx="3425523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908720"/>
            <a:ext cx="2277715" cy="1574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그룹 29"/>
          <p:cNvGrpSpPr/>
          <p:nvPr/>
        </p:nvGrpSpPr>
        <p:grpSpPr>
          <a:xfrm>
            <a:off x="7159054" y="682823"/>
            <a:ext cx="653306" cy="307777"/>
            <a:chOff x="7159054" y="682823"/>
            <a:chExt cx="653306" cy="307777"/>
          </a:xfrm>
        </p:grpSpPr>
        <p:sp>
          <p:nvSpPr>
            <p:cNvPr id="6" name="TextBox 5"/>
            <p:cNvSpPr txBox="1"/>
            <p:nvPr/>
          </p:nvSpPr>
          <p:spPr>
            <a:xfrm>
              <a:off x="7317370" y="682823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8" name="직선 화살표 연결선 7"/>
            <p:cNvCxnSpPr>
              <a:stCxn id="6" idx="1"/>
            </p:cNvCxnSpPr>
            <p:nvPr/>
          </p:nvCxnSpPr>
          <p:spPr>
            <a:xfrm flipH="1">
              <a:off x="7159054" y="836712"/>
              <a:ext cx="158316" cy="72007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/>
          <p:cNvGrpSpPr/>
          <p:nvPr/>
        </p:nvGrpSpPr>
        <p:grpSpPr>
          <a:xfrm>
            <a:off x="6307342" y="754831"/>
            <a:ext cx="494990" cy="513929"/>
            <a:chOff x="7238212" y="624541"/>
            <a:chExt cx="494990" cy="513929"/>
          </a:xfrm>
        </p:grpSpPr>
        <p:sp>
          <p:nvSpPr>
            <p:cNvPr id="46" name="TextBox 45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2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47" name="직선 화살표 연결선 46"/>
            <p:cNvCxnSpPr>
              <a:stCxn id="46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그룹 79"/>
          <p:cNvGrpSpPr/>
          <p:nvPr/>
        </p:nvGrpSpPr>
        <p:grpSpPr>
          <a:xfrm>
            <a:off x="5905924" y="1062608"/>
            <a:ext cx="494990" cy="513929"/>
            <a:chOff x="7238212" y="624541"/>
            <a:chExt cx="494990" cy="513929"/>
          </a:xfrm>
        </p:grpSpPr>
        <p:sp>
          <p:nvSpPr>
            <p:cNvPr id="81" name="TextBox 80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3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82" name="직선 화살표 연결선 81"/>
            <p:cNvCxnSpPr>
              <a:stCxn id="81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그룹 97"/>
          <p:cNvGrpSpPr/>
          <p:nvPr/>
        </p:nvGrpSpPr>
        <p:grpSpPr>
          <a:xfrm>
            <a:off x="5552857" y="1326352"/>
            <a:ext cx="494990" cy="513929"/>
            <a:chOff x="7238212" y="624541"/>
            <a:chExt cx="494990" cy="513929"/>
          </a:xfrm>
        </p:grpSpPr>
        <p:sp>
          <p:nvSpPr>
            <p:cNvPr id="99" name="TextBox 98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4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00" name="직선 화살표 연결선 99"/>
            <p:cNvCxnSpPr>
              <a:stCxn id="99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그룹 141"/>
          <p:cNvGrpSpPr/>
          <p:nvPr/>
        </p:nvGrpSpPr>
        <p:grpSpPr>
          <a:xfrm>
            <a:off x="5155532" y="1695872"/>
            <a:ext cx="494990" cy="513929"/>
            <a:chOff x="7238212" y="624541"/>
            <a:chExt cx="494990" cy="513929"/>
          </a:xfrm>
        </p:grpSpPr>
        <p:sp>
          <p:nvSpPr>
            <p:cNvPr id="143" name="TextBox 142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5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44" name="직선 화살표 연결선 143"/>
            <p:cNvCxnSpPr>
              <a:stCxn id="143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/>
          <p:cNvSpPr txBox="1"/>
          <p:nvPr/>
        </p:nvSpPr>
        <p:spPr>
          <a:xfrm>
            <a:off x="4067944" y="6212411"/>
            <a:ext cx="1288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Output: D </a:t>
            </a:r>
            <a:endParaRPr lang="ko-KR" altLang="en-US" sz="1600" dirty="0"/>
          </a:p>
        </p:txBody>
      </p:sp>
      <p:sp>
        <p:nvSpPr>
          <p:cNvPr id="106" name="TextBox 105"/>
          <p:cNvSpPr txBox="1"/>
          <p:nvPr/>
        </p:nvSpPr>
        <p:spPr>
          <a:xfrm>
            <a:off x="4835877" y="2374422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6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084444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5284400" y="2401143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7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82" name="TextBox 281"/>
          <p:cNvSpPr txBox="1"/>
          <p:nvPr/>
        </p:nvSpPr>
        <p:spPr>
          <a:xfrm>
            <a:off x="5333537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169" name="그룹 168"/>
          <p:cNvGrpSpPr/>
          <p:nvPr/>
        </p:nvGrpSpPr>
        <p:grpSpPr>
          <a:xfrm>
            <a:off x="5966060" y="1840281"/>
            <a:ext cx="494990" cy="420815"/>
            <a:chOff x="7238212" y="707846"/>
            <a:chExt cx="494990" cy="420815"/>
          </a:xfrm>
        </p:grpSpPr>
        <p:sp>
          <p:nvSpPr>
            <p:cNvPr id="170" name="TextBox 169"/>
            <p:cNvSpPr txBox="1"/>
            <p:nvPr/>
          </p:nvSpPr>
          <p:spPr>
            <a:xfrm>
              <a:off x="7238212" y="707846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8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71" name="직선 화살표 연결선 170"/>
            <p:cNvCxnSpPr>
              <a:stCxn id="170" idx="2"/>
            </p:cNvCxnSpPr>
            <p:nvPr/>
          </p:nvCxnSpPr>
          <p:spPr>
            <a:xfrm flipH="1">
              <a:off x="7465917" y="922509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TextBox 176"/>
          <p:cNvSpPr txBox="1"/>
          <p:nvPr/>
        </p:nvSpPr>
        <p:spPr>
          <a:xfrm>
            <a:off x="5724128" y="2401142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9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5895703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6105541" y="2401143"/>
            <a:ext cx="6540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10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6144796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294" name="그룹 293"/>
          <p:cNvGrpSpPr/>
          <p:nvPr/>
        </p:nvGrpSpPr>
        <p:grpSpPr>
          <a:xfrm>
            <a:off x="6358929" y="1473461"/>
            <a:ext cx="589335" cy="420816"/>
            <a:chOff x="7223017" y="707846"/>
            <a:chExt cx="589335" cy="420816"/>
          </a:xfrm>
        </p:grpSpPr>
        <p:sp>
          <p:nvSpPr>
            <p:cNvPr id="295" name="TextBox 294"/>
            <p:cNvSpPr txBox="1"/>
            <p:nvPr/>
          </p:nvSpPr>
          <p:spPr>
            <a:xfrm>
              <a:off x="7223017" y="707846"/>
              <a:ext cx="5893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11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96" name="직선 화살표 연결선 295"/>
            <p:cNvCxnSpPr/>
            <p:nvPr/>
          </p:nvCxnSpPr>
          <p:spPr>
            <a:xfrm flipH="1">
              <a:off x="7465919" y="930257"/>
              <a:ext cx="25883" cy="19840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TextBox 393"/>
          <p:cNvSpPr txBox="1"/>
          <p:nvPr/>
        </p:nvSpPr>
        <p:spPr>
          <a:xfrm>
            <a:off x="6219118" y="2093365"/>
            <a:ext cx="562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12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395" name="TextBox 394"/>
          <p:cNvSpPr txBox="1"/>
          <p:nvPr/>
        </p:nvSpPr>
        <p:spPr>
          <a:xfrm>
            <a:off x="6356179" y="195283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397" name="TextBox 396"/>
          <p:cNvSpPr txBox="1"/>
          <p:nvPr/>
        </p:nvSpPr>
        <p:spPr>
          <a:xfrm>
            <a:off x="6544859" y="1952836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398" name="TextBox 397"/>
          <p:cNvSpPr txBox="1"/>
          <p:nvPr/>
        </p:nvSpPr>
        <p:spPr>
          <a:xfrm>
            <a:off x="6629907" y="2057399"/>
            <a:ext cx="562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13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202" name="그룹 201"/>
          <p:cNvGrpSpPr/>
          <p:nvPr/>
        </p:nvGrpSpPr>
        <p:grpSpPr>
          <a:xfrm>
            <a:off x="6779390" y="1155721"/>
            <a:ext cx="589335" cy="420816"/>
            <a:chOff x="7223017" y="707846"/>
            <a:chExt cx="589335" cy="420816"/>
          </a:xfrm>
        </p:grpSpPr>
        <p:sp>
          <p:nvSpPr>
            <p:cNvPr id="203" name="TextBox 202"/>
            <p:cNvSpPr txBox="1"/>
            <p:nvPr/>
          </p:nvSpPr>
          <p:spPr>
            <a:xfrm>
              <a:off x="7223017" y="707846"/>
              <a:ext cx="5893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14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04" name="직선 화살표 연결선 203"/>
            <p:cNvCxnSpPr/>
            <p:nvPr/>
          </p:nvCxnSpPr>
          <p:spPr>
            <a:xfrm flipH="1">
              <a:off x="7465919" y="930257"/>
              <a:ext cx="25883" cy="19840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/>
          <p:cNvGrpSpPr/>
          <p:nvPr/>
        </p:nvGrpSpPr>
        <p:grpSpPr>
          <a:xfrm>
            <a:off x="2051041" y="3648287"/>
            <a:ext cx="1753339" cy="2304256"/>
            <a:chOff x="2051041" y="3648287"/>
            <a:chExt cx="1753339" cy="2304256"/>
          </a:xfrm>
        </p:grpSpPr>
        <p:cxnSp>
          <p:nvCxnSpPr>
            <p:cNvPr id="187" name="직선 연결선 186"/>
            <p:cNvCxnSpPr/>
            <p:nvPr/>
          </p:nvCxnSpPr>
          <p:spPr>
            <a:xfrm>
              <a:off x="3272614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직선 연결선 187"/>
            <p:cNvCxnSpPr/>
            <p:nvPr/>
          </p:nvCxnSpPr>
          <p:spPr>
            <a:xfrm>
              <a:off x="3645533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직선 연결선 188"/>
            <p:cNvCxnSpPr/>
            <p:nvPr/>
          </p:nvCxnSpPr>
          <p:spPr>
            <a:xfrm>
              <a:off x="2120486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TextBox 19"/>
            <p:cNvSpPr txBox="1"/>
            <p:nvPr/>
          </p:nvSpPr>
          <p:spPr>
            <a:xfrm>
              <a:off x="2547406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191" name="직선 연결선 190"/>
            <p:cNvCxnSpPr/>
            <p:nvPr/>
          </p:nvCxnSpPr>
          <p:spPr>
            <a:xfrm>
              <a:off x="2120486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TextBox 191"/>
            <p:cNvSpPr txBox="1"/>
            <p:nvPr/>
          </p:nvSpPr>
          <p:spPr>
            <a:xfrm>
              <a:off x="2051041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3252506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94" name="TextBox 19"/>
            <p:cNvSpPr txBox="1"/>
            <p:nvPr/>
          </p:nvSpPr>
          <p:spPr>
            <a:xfrm>
              <a:off x="2547406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195" name="직선 연결선 194"/>
            <p:cNvCxnSpPr/>
            <p:nvPr/>
          </p:nvCxnSpPr>
          <p:spPr>
            <a:xfrm>
              <a:off x="2120486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TextBox 195"/>
            <p:cNvSpPr txBox="1"/>
            <p:nvPr/>
          </p:nvSpPr>
          <p:spPr>
            <a:xfrm>
              <a:off x="2051041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3252506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98" name="TextBox 19"/>
            <p:cNvSpPr txBox="1"/>
            <p:nvPr/>
          </p:nvSpPr>
          <p:spPr>
            <a:xfrm>
              <a:off x="2493050" y="4988951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14</a:t>
              </a:r>
              <a:endParaRPr lang="ko-KR" altLang="en-US" sz="1200" baseline="-25000" dirty="0"/>
            </a:p>
          </p:txBody>
        </p:sp>
        <p:cxnSp>
          <p:nvCxnSpPr>
            <p:cNvPr id="199" name="직선 연결선 198"/>
            <p:cNvCxnSpPr/>
            <p:nvPr/>
          </p:nvCxnSpPr>
          <p:spPr>
            <a:xfrm>
              <a:off x="2120486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TextBox 199"/>
            <p:cNvSpPr txBox="1"/>
            <p:nvPr/>
          </p:nvSpPr>
          <p:spPr>
            <a:xfrm>
              <a:off x="2051041" y="4988951"/>
              <a:ext cx="10180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14</a:t>
              </a:r>
              <a:endParaRPr lang="ko-KR" altLang="en-US" sz="1200" baseline="-25000" dirty="0"/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3252506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cxnSp>
          <p:nvCxnSpPr>
            <p:cNvPr id="128" name="직선 연결선 127"/>
            <p:cNvCxnSpPr/>
            <p:nvPr/>
          </p:nvCxnSpPr>
          <p:spPr>
            <a:xfrm>
              <a:off x="2120486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9"/>
            <p:cNvSpPr txBox="1"/>
            <p:nvPr/>
          </p:nvSpPr>
          <p:spPr>
            <a:xfrm>
              <a:off x="2493050" y="4749844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15</a:t>
              </a:r>
              <a:endParaRPr lang="ko-KR" altLang="en-US" sz="1200" baseline="-25000" dirty="0"/>
            </a:p>
          </p:txBody>
        </p:sp>
        <p:cxnSp>
          <p:nvCxnSpPr>
            <p:cNvPr id="130" name="직선 연결선 129"/>
            <p:cNvCxnSpPr/>
            <p:nvPr/>
          </p:nvCxnSpPr>
          <p:spPr>
            <a:xfrm>
              <a:off x="2120486" y="4787736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/>
            <p:cNvSpPr txBox="1"/>
            <p:nvPr/>
          </p:nvSpPr>
          <p:spPr>
            <a:xfrm>
              <a:off x="2051041" y="4749844"/>
              <a:ext cx="10180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15</a:t>
              </a:r>
              <a:endParaRPr lang="ko-KR" altLang="en-US" sz="1200" baseline="-25000" dirty="0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3300324" y="475006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FF0000"/>
                  </a:solidFill>
                </a:rPr>
                <a:t>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6948833" y="1608860"/>
            <a:ext cx="647503" cy="412340"/>
            <a:chOff x="6948833" y="1608860"/>
            <a:chExt cx="647503" cy="412340"/>
          </a:xfrm>
        </p:grpSpPr>
        <p:sp>
          <p:nvSpPr>
            <p:cNvPr id="134" name="TextBox 133"/>
            <p:cNvSpPr txBox="1"/>
            <p:nvPr/>
          </p:nvSpPr>
          <p:spPr>
            <a:xfrm>
              <a:off x="6948833" y="1608860"/>
              <a:ext cx="318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7033881" y="1713423"/>
              <a:ext cx="5624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16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6623092" y="1608860"/>
            <a:ext cx="562455" cy="448306"/>
            <a:chOff x="6623092" y="1608860"/>
            <a:chExt cx="562455" cy="448306"/>
          </a:xfrm>
        </p:grpSpPr>
        <p:sp>
          <p:nvSpPr>
            <p:cNvPr id="133" name="TextBox 132"/>
            <p:cNvSpPr txBox="1"/>
            <p:nvPr/>
          </p:nvSpPr>
          <p:spPr>
            <a:xfrm>
              <a:off x="6623092" y="1749389"/>
              <a:ext cx="5624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15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6773697" y="1608860"/>
              <a:ext cx="318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3759952" y="3648287"/>
            <a:ext cx="1705521" cy="2304256"/>
            <a:chOff x="3759952" y="3648287"/>
            <a:chExt cx="1705521" cy="2304256"/>
          </a:xfrm>
        </p:grpSpPr>
        <p:cxnSp>
          <p:nvCxnSpPr>
            <p:cNvPr id="137" name="직선 연결선 136"/>
            <p:cNvCxnSpPr/>
            <p:nvPr/>
          </p:nvCxnSpPr>
          <p:spPr>
            <a:xfrm>
              <a:off x="4981525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직선 연결선 137"/>
            <p:cNvCxnSpPr/>
            <p:nvPr/>
          </p:nvCxnSpPr>
          <p:spPr>
            <a:xfrm>
              <a:off x="5354444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직선 연결선 138"/>
            <p:cNvCxnSpPr/>
            <p:nvPr/>
          </p:nvCxnSpPr>
          <p:spPr>
            <a:xfrm>
              <a:off x="3829397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9"/>
            <p:cNvSpPr txBox="1"/>
            <p:nvPr/>
          </p:nvSpPr>
          <p:spPr>
            <a:xfrm>
              <a:off x="4256317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159" name="직선 연결선 158"/>
            <p:cNvCxnSpPr/>
            <p:nvPr/>
          </p:nvCxnSpPr>
          <p:spPr>
            <a:xfrm>
              <a:off x="3829397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Box 159"/>
            <p:cNvSpPr txBox="1"/>
            <p:nvPr/>
          </p:nvSpPr>
          <p:spPr>
            <a:xfrm>
              <a:off x="3759952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4961417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62" name="TextBox 19"/>
            <p:cNvSpPr txBox="1"/>
            <p:nvPr/>
          </p:nvSpPr>
          <p:spPr>
            <a:xfrm>
              <a:off x="4256317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167" name="직선 연결선 166"/>
            <p:cNvCxnSpPr/>
            <p:nvPr/>
          </p:nvCxnSpPr>
          <p:spPr>
            <a:xfrm>
              <a:off x="3829397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TextBox 167"/>
            <p:cNvSpPr txBox="1"/>
            <p:nvPr/>
          </p:nvSpPr>
          <p:spPr>
            <a:xfrm>
              <a:off x="3759952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4961417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84" name="TextBox 19"/>
            <p:cNvSpPr txBox="1"/>
            <p:nvPr/>
          </p:nvSpPr>
          <p:spPr>
            <a:xfrm>
              <a:off x="4201961" y="4988951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14</a:t>
              </a:r>
              <a:endParaRPr lang="ko-KR" altLang="en-US" sz="1200" baseline="-25000" dirty="0"/>
            </a:p>
          </p:txBody>
        </p:sp>
        <p:cxnSp>
          <p:nvCxnSpPr>
            <p:cNvPr id="185" name="직선 연결선 184"/>
            <p:cNvCxnSpPr/>
            <p:nvPr/>
          </p:nvCxnSpPr>
          <p:spPr>
            <a:xfrm>
              <a:off x="3829397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TextBox 185"/>
            <p:cNvSpPr txBox="1"/>
            <p:nvPr/>
          </p:nvSpPr>
          <p:spPr>
            <a:xfrm>
              <a:off x="3759952" y="4988951"/>
              <a:ext cx="10180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14</a:t>
              </a:r>
              <a:endParaRPr lang="ko-KR" altLang="en-US" sz="1200" baseline="-25000" dirty="0"/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4961417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cxnSp>
          <p:nvCxnSpPr>
            <p:cNvPr id="206" name="직선 연결선 205"/>
            <p:cNvCxnSpPr/>
            <p:nvPr/>
          </p:nvCxnSpPr>
          <p:spPr>
            <a:xfrm>
              <a:off x="3829397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/>
          <p:cNvGrpSpPr/>
          <p:nvPr/>
        </p:nvGrpSpPr>
        <p:grpSpPr>
          <a:xfrm>
            <a:off x="5578632" y="3648287"/>
            <a:ext cx="1753339" cy="2304256"/>
            <a:chOff x="5578632" y="3648287"/>
            <a:chExt cx="1753339" cy="2304256"/>
          </a:xfrm>
        </p:grpSpPr>
        <p:cxnSp>
          <p:nvCxnSpPr>
            <p:cNvPr id="211" name="직선 연결선 210"/>
            <p:cNvCxnSpPr/>
            <p:nvPr/>
          </p:nvCxnSpPr>
          <p:spPr>
            <a:xfrm>
              <a:off x="6800205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직선 연결선 211"/>
            <p:cNvCxnSpPr/>
            <p:nvPr/>
          </p:nvCxnSpPr>
          <p:spPr>
            <a:xfrm>
              <a:off x="7173124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직선 연결선 212"/>
            <p:cNvCxnSpPr/>
            <p:nvPr/>
          </p:nvCxnSpPr>
          <p:spPr>
            <a:xfrm>
              <a:off x="5648077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TextBox 19"/>
            <p:cNvSpPr txBox="1"/>
            <p:nvPr/>
          </p:nvSpPr>
          <p:spPr>
            <a:xfrm>
              <a:off x="6074997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15" name="직선 연결선 214"/>
            <p:cNvCxnSpPr/>
            <p:nvPr/>
          </p:nvCxnSpPr>
          <p:spPr>
            <a:xfrm>
              <a:off x="5648077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TextBox 215"/>
            <p:cNvSpPr txBox="1"/>
            <p:nvPr/>
          </p:nvSpPr>
          <p:spPr>
            <a:xfrm>
              <a:off x="5578632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6780097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18" name="TextBox 19"/>
            <p:cNvSpPr txBox="1"/>
            <p:nvPr/>
          </p:nvSpPr>
          <p:spPr>
            <a:xfrm>
              <a:off x="6074997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19" name="직선 연결선 218"/>
            <p:cNvCxnSpPr/>
            <p:nvPr/>
          </p:nvCxnSpPr>
          <p:spPr>
            <a:xfrm>
              <a:off x="5648077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TextBox 219"/>
            <p:cNvSpPr txBox="1"/>
            <p:nvPr/>
          </p:nvSpPr>
          <p:spPr>
            <a:xfrm>
              <a:off x="5578632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221" name="TextBox 220"/>
            <p:cNvSpPr txBox="1"/>
            <p:nvPr/>
          </p:nvSpPr>
          <p:spPr>
            <a:xfrm>
              <a:off x="6780097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22" name="TextBox 19"/>
            <p:cNvSpPr txBox="1"/>
            <p:nvPr/>
          </p:nvSpPr>
          <p:spPr>
            <a:xfrm>
              <a:off x="6020641" y="4988951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14</a:t>
              </a:r>
              <a:endParaRPr lang="ko-KR" altLang="en-US" sz="1200" baseline="-25000" dirty="0"/>
            </a:p>
          </p:txBody>
        </p:sp>
        <p:cxnSp>
          <p:nvCxnSpPr>
            <p:cNvPr id="223" name="직선 연결선 222"/>
            <p:cNvCxnSpPr/>
            <p:nvPr/>
          </p:nvCxnSpPr>
          <p:spPr>
            <a:xfrm>
              <a:off x="5648077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TextBox 223"/>
            <p:cNvSpPr txBox="1"/>
            <p:nvPr/>
          </p:nvSpPr>
          <p:spPr>
            <a:xfrm>
              <a:off x="5578632" y="4988951"/>
              <a:ext cx="10180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14</a:t>
              </a:r>
              <a:endParaRPr lang="ko-KR" altLang="en-US" sz="1200" baseline="-25000" dirty="0"/>
            </a:p>
          </p:txBody>
        </p:sp>
        <p:sp>
          <p:nvSpPr>
            <p:cNvPr id="225" name="TextBox 224"/>
            <p:cNvSpPr txBox="1"/>
            <p:nvPr/>
          </p:nvSpPr>
          <p:spPr>
            <a:xfrm>
              <a:off x="6780097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cxnSp>
          <p:nvCxnSpPr>
            <p:cNvPr id="226" name="직선 연결선 225"/>
            <p:cNvCxnSpPr/>
            <p:nvPr/>
          </p:nvCxnSpPr>
          <p:spPr>
            <a:xfrm>
              <a:off x="5648077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TextBox 19"/>
            <p:cNvSpPr txBox="1"/>
            <p:nvPr/>
          </p:nvSpPr>
          <p:spPr>
            <a:xfrm>
              <a:off x="6020641" y="4749844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16</a:t>
              </a:r>
              <a:endParaRPr lang="ko-KR" altLang="en-US" sz="1200" baseline="-25000" dirty="0"/>
            </a:p>
          </p:txBody>
        </p:sp>
        <p:cxnSp>
          <p:nvCxnSpPr>
            <p:cNvPr id="228" name="직선 연결선 227"/>
            <p:cNvCxnSpPr/>
            <p:nvPr/>
          </p:nvCxnSpPr>
          <p:spPr>
            <a:xfrm>
              <a:off x="5648077" y="4787736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TextBox 228"/>
            <p:cNvSpPr txBox="1"/>
            <p:nvPr/>
          </p:nvSpPr>
          <p:spPr>
            <a:xfrm>
              <a:off x="5578632" y="4749844"/>
              <a:ext cx="10180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16</a:t>
              </a:r>
              <a:endParaRPr lang="ko-KR" altLang="en-US" sz="1200" baseline="-25000" dirty="0"/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6827915" y="475006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FF0000"/>
                  </a:solidFill>
                </a:rPr>
                <a:t>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7315108" y="3648287"/>
            <a:ext cx="1705521" cy="2304256"/>
            <a:chOff x="7315108" y="3648287"/>
            <a:chExt cx="1705521" cy="2304256"/>
          </a:xfrm>
        </p:grpSpPr>
        <p:cxnSp>
          <p:nvCxnSpPr>
            <p:cNvPr id="231" name="직선 연결선 230"/>
            <p:cNvCxnSpPr/>
            <p:nvPr/>
          </p:nvCxnSpPr>
          <p:spPr>
            <a:xfrm>
              <a:off x="8536681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직선 연결선 231"/>
            <p:cNvCxnSpPr/>
            <p:nvPr/>
          </p:nvCxnSpPr>
          <p:spPr>
            <a:xfrm>
              <a:off x="8909600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직선 연결선 232"/>
            <p:cNvCxnSpPr/>
            <p:nvPr/>
          </p:nvCxnSpPr>
          <p:spPr>
            <a:xfrm>
              <a:off x="7384553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TextBox 19"/>
            <p:cNvSpPr txBox="1"/>
            <p:nvPr/>
          </p:nvSpPr>
          <p:spPr>
            <a:xfrm>
              <a:off x="7811473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35" name="직선 연결선 234"/>
            <p:cNvCxnSpPr/>
            <p:nvPr/>
          </p:nvCxnSpPr>
          <p:spPr>
            <a:xfrm>
              <a:off x="7384553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6" name="TextBox 235"/>
            <p:cNvSpPr txBox="1"/>
            <p:nvPr/>
          </p:nvSpPr>
          <p:spPr>
            <a:xfrm>
              <a:off x="7315108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8516573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38" name="TextBox 19"/>
            <p:cNvSpPr txBox="1"/>
            <p:nvPr/>
          </p:nvSpPr>
          <p:spPr>
            <a:xfrm>
              <a:off x="7811473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39" name="직선 연결선 238"/>
            <p:cNvCxnSpPr/>
            <p:nvPr/>
          </p:nvCxnSpPr>
          <p:spPr>
            <a:xfrm>
              <a:off x="7384553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TextBox 239"/>
            <p:cNvSpPr txBox="1"/>
            <p:nvPr/>
          </p:nvSpPr>
          <p:spPr>
            <a:xfrm>
              <a:off x="7315108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241" name="TextBox 240"/>
            <p:cNvSpPr txBox="1"/>
            <p:nvPr/>
          </p:nvSpPr>
          <p:spPr>
            <a:xfrm>
              <a:off x="8516573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42" name="TextBox 19"/>
            <p:cNvSpPr txBox="1"/>
            <p:nvPr/>
          </p:nvSpPr>
          <p:spPr>
            <a:xfrm>
              <a:off x="7757117" y="4988951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14</a:t>
              </a:r>
              <a:endParaRPr lang="ko-KR" altLang="en-US" sz="1200" baseline="-25000" dirty="0"/>
            </a:p>
          </p:txBody>
        </p:sp>
        <p:cxnSp>
          <p:nvCxnSpPr>
            <p:cNvPr id="243" name="직선 연결선 242"/>
            <p:cNvCxnSpPr/>
            <p:nvPr/>
          </p:nvCxnSpPr>
          <p:spPr>
            <a:xfrm>
              <a:off x="7384553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TextBox 243"/>
            <p:cNvSpPr txBox="1"/>
            <p:nvPr/>
          </p:nvSpPr>
          <p:spPr>
            <a:xfrm>
              <a:off x="7315108" y="4988951"/>
              <a:ext cx="10180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14</a:t>
              </a:r>
              <a:endParaRPr lang="ko-KR" altLang="en-US" sz="1200" baseline="-25000" dirty="0"/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8516573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cxnSp>
          <p:nvCxnSpPr>
            <p:cNvPr id="246" name="직선 연결선 245"/>
            <p:cNvCxnSpPr/>
            <p:nvPr/>
          </p:nvCxnSpPr>
          <p:spPr>
            <a:xfrm>
              <a:off x="7384553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/>
          <p:cNvGrpSpPr/>
          <p:nvPr/>
        </p:nvGrpSpPr>
        <p:grpSpPr>
          <a:xfrm>
            <a:off x="265821" y="3648287"/>
            <a:ext cx="1705521" cy="2304256"/>
            <a:chOff x="265821" y="3648287"/>
            <a:chExt cx="1705521" cy="2304256"/>
          </a:xfrm>
        </p:grpSpPr>
        <p:cxnSp>
          <p:nvCxnSpPr>
            <p:cNvPr id="263" name="직선 연결선 262"/>
            <p:cNvCxnSpPr/>
            <p:nvPr/>
          </p:nvCxnSpPr>
          <p:spPr>
            <a:xfrm>
              <a:off x="1487394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직선 연결선 263"/>
            <p:cNvCxnSpPr/>
            <p:nvPr/>
          </p:nvCxnSpPr>
          <p:spPr>
            <a:xfrm>
              <a:off x="1860313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직선 연결선 264"/>
            <p:cNvCxnSpPr/>
            <p:nvPr/>
          </p:nvCxnSpPr>
          <p:spPr>
            <a:xfrm>
              <a:off x="335266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TextBox 19"/>
            <p:cNvSpPr txBox="1"/>
            <p:nvPr/>
          </p:nvSpPr>
          <p:spPr>
            <a:xfrm>
              <a:off x="762186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67" name="직선 연결선 266"/>
            <p:cNvCxnSpPr/>
            <p:nvPr/>
          </p:nvCxnSpPr>
          <p:spPr>
            <a:xfrm>
              <a:off x="335266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TextBox 267"/>
            <p:cNvSpPr txBox="1"/>
            <p:nvPr/>
          </p:nvSpPr>
          <p:spPr>
            <a:xfrm>
              <a:off x="265821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69" name="TextBox 268"/>
            <p:cNvSpPr txBox="1"/>
            <p:nvPr/>
          </p:nvSpPr>
          <p:spPr>
            <a:xfrm>
              <a:off x="1467286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70" name="TextBox 19"/>
            <p:cNvSpPr txBox="1"/>
            <p:nvPr/>
          </p:nvSpPr>
          <p:spPr>
            <a:xfrm>
              <a:off x="762186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271" name="직선 연결선 270"/>
            <p:cNvCxnSpPr/>
            <p:nvPr/>
          </p:nvCxnSpPr>
          <p:spPr>
            <a:xfrm>
              <a:off x="335266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TextBox 271"/>
            <p:cNvSpPr txBox="1"/>
            <p:nvPr/>
          </p:nvSpPr>
          <p:spPr>
            <a:xfrm>
              <a:off x="265821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1467286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74" name="TextBox 19"/>
            <p:cNvSpPr txBox="1"/>
            <p:nvPr/>
          </p:nvSpPr>
          <p:spPr>
            <a:xfrm>
              <a:off x="707830" y="4988951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14</a:t>
              </a:r>
              <a:endParaRPr lang="ko-KR" altLang="en-US" sz="1200" baseline="-25000" dirty="0"/>
            </a:p>
          </p:txBody>
        </p:sp>
        <p:cxnSp>
          <p:nvCxnSpPr>
            <p:cNvPr id="275" name="직선 연결선 274"/>
            <p:cNvCxnSpPr/>
            <p:nvPr/>
          </p:nvCxnSpPr>
          <p:spPr>
            <a:xfrm>
              <a:off x="335266" y="5026843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TextBox 275"/>
            <p:cNvSpPr txBox="1"/>
            <p:nvPr/>
          </p:nvSpPr>
          <p:spPr>
            <a:xfrm>
              <a:off x="265821" y="4988951"/>
              <a:ext cx="10180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14</a:t>
              </a:r>
              <a:endParaRPr lang="ko-KR" altLang="en-US" sz="1200" baseline="-25000" dirty="0"/>
            </a:p>
          </p:txBody>
        </p:sp>
        <p:sp>
          <p:nvSpPr>
            <p:cNvPr id="277" name="TextBox 276"/>
            <p:cNvSpPr txBox="1"/>
            <p:nvPr/>
          </p:nvSpPr>
          <p:spPr>
            <a:xfrm>
              <a:off x="1467286" y="4981306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5990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908720"/>
            <a:ext cx="3425523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908720"/>
            <a:ext cx="2277715" cy="1574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그룹 29"/>
          <p:cNvGrpSpPr/>
          <p:nvPr/>
        </p:nvGrpSpPr>
        <p:grpSpPr>
          <a:xfrm>
            <a:off x="7159054" y="682823"/>
            <a:ext cx="653306" cy="307777"/>
            <a:chOff x="7159054" y="682823"/>
            <a:chExt cx="653306" cy="307777"/>
          </a:xfrm>
        </p:grpSpPr>
        <p:sp>
          <p:nvSpPr>
            <p:cNvPr id="6" name="TextBox 5"/>
            <p:cNvSpPr txBox="1"/>
            <p:nvPr/>
          </p:nvSpPr>
          <p:spPr>
            <a:xfrm>
              <a:off x="7317370" y="682823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8" name="직선 화살표 연결선 7"/>
            <p:cNvCxnSpPr>
              <a:stCxn id="6" idx="1"/>
            </p:cNvCxnSpPr>
            <p:nvPr/>
          </p:nvCxnSpPr>
          <p:spPr>
            <a:xfrm flipH="1">
              <a:off x="7159054" y="836712"/>
              <a:ext cx="158316" cy="72007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/>
          <p:cNvGrpSpPr/>
          <p:nvPr/>
        </p:nvGrpSpPr>
        <p:grpSpPr>
          <a:xfrm>
            <a:off x="6307342" y="754831"/>
            <a:ext cx="494990" cy="513929"/>
            <a:chOff x="7238212" y="624541"/>
            <a:chExt cx="494990" cy="513929"/>
          </a:xfrm>
        </p:grpSpPr>
        <p:sp>
          <p:nvSpPr>
            <p:cNvPr id="46" name="TextBox 45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2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47" name="직선 화살표 연결선 46"/>
            <p:cNvCxnSpPr>
              <a:stCxn id="46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그룹 79"/>
          <p:cNvGrpSpPr/>
          <p:nvPr/>
        </p:nvGrpSpPr>
        <p:grpSpPr>
          <a:xfrm>
            <a:off x="5905924" y="1062608"/>
            <a:ext cx="494990" cy="513929"/>
            <a:chOff x="7238212" y="624541"/>
            <a:chExt cx="494990" cy="513929"/>
          </a:xfrm>
        </p:grpSpPr>
        <p:sp>
          <p:nvSpPr>
            <p:cNvPr id="81" name="TextBox 80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3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82" name="직선 화살표 연결선 81"/>
            <p:cNvCxnSpPr>
              <a:stCxn id="81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그룹 97"/>
          <p:cNvGrpSpPr/>
          <p:nvPr/>
        </p:nvGrpSpPr>
        <p:grpSpPr>
          <a:xfrm>
            <a:off x="5552857" y="1326352"/>
            <a:ext cx="494990" cy="513929"/>
            <a:chOff x="7238212" y="624541"/>
            <a:chExt cx="494990" cy="513929"/>
          </a:xfrm>
        </p:grpSpPr>
        <p:sp>
          <p:nvSpPr>
            <p:cNvPr id="99" name="TextBox 98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4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00" name="직선 화살표 연결선 99"/>
            <p:cNvCxnSpPr>
              <a:stCxn id="99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그룹 141"/>
          <p:cNvGrpSpPr/>
          <p:nvPr/>
        </p:nvGrpSpPr>
        <p:grpSpPr>
          <a:xfrm>
            <a:off x="5155532" y="1695872"/>
            <a:ext cx="494990" cy="513929"/>
            <a:chOff x="7238212" y="624541"/>
            <a:chExt cx="494990" cy="513929"/>
          </a:xfrm>
        </p:grpSpPr>
        <p:sp>
          <p:nvSpPr>
            <p:cNvPr id="143" name="TextBox 142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5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44" name="직선 화살표 연결선 143"/>
            <p:cNvCxnSpPr>
              <a:stCxn id="143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/>
          <p:cNvSpPr txBox="1"/>
          <p:nvPr/>
        </p:nvSpPr>
        <p:spPr>
          <a:xfrm>
            <a:off x="2156917" y="6212411"/>
            <a:ext cx="11909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Output: + </a:t>
            </a:r>
            <a:endParaRPr lang="ko-KR" altLang="en-US" sz="1600" dirty="0"/>
          </a:p>
        </p:txBody>
      </p:sp>
      <p:sp>
        <p:nvSpPr>
          <p:cNvPr id="106" name="TextBox 105"/>
          <p:cNvSpPr txBox="1"/>
          <p:nvPr/>
        </p:nvSpPr>
        <p:spPr>
          <a:xfrm>
            <a:off x="4835877" y="2374422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6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084444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5284400" y="2401143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7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82" name="TextBox 281"/>
          <p:cNvSpPr txBox="1"/>
          <p:nvPr/>
        </p:nvSpPr>
        <p:spPr>
          <a:xfrm>
            <a:off x="5333537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169" name="그룹 168"/>
          <p:cNvGrpSpPr/>
          <p:nvPr/>
        </p:nvGrpSpPr>
        <p:grpSpPr>
          <a:xfrm>
            <a:off x="5966060" y="1840281"/>
            <a:ext cx="494990" cy="420815"/>
            <a:chOff x="7238212" y="707846"/>
            <a:chExt cx="494990" cy="420815"/>
          </a:xfrm>
        </p:grpSpPr>
        <p:sp>
          <p:nvSpPr>
            <p:cNvPr id="170" name="TextBox 169"/>
            <p:cNvSpPr txBox="1"/>
            <p:nvPr/>
          </p:nvSpPr>
          <p:spPr>
            <a:xfrm>
              <a:off x="7238212" y="707846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8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71" name="직선 화살표 연결선 170"/>
            <p:cNvCxnSpPr>
              <a:stCxn id="170" idx="2"/>
            </p:cNvCxnSpPr>
            <p:nvPr/>
          </p:nvCxnSpPr>
          <p:spPr>
            <a:xfrm flipH="1">
              <a:off x="7465917" y="922509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TextBox 176"/>
          <p:cNvSpPr txBox="1"/>
          <p:nvPr/>
        </p:nvSpPr>
        <p:spPr>
          <a:xfrm>
            <a:off x="5724128" y="2401142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9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5895703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6105541" y="2401143"/>
            <a:ext cx="6540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10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6144796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294" name="그룹 293"/>
          <p:cNvGrpSpPr/>
          <p:nvPr/>
        </p:nvGrpSpPr>
        <p:grpSpPr>
          <a:xfrm>
            <a:off x="6358929" y="1473461"/>
            <a:ext cx="589335" cy="420816"/>
            <a:chOff x="7223017" y="707846"/>
            <a:chExt cx="589335" cy="420816"/>
          </a:xfrm>
        </p:grpSpPr>
        <p:sp>
          <p:nvSpPr>
            <p:cNvPr id="295" name="TextBox 294"/>
            <p:cNvSpPr txBox="1"/>
            <p:nvPr/>
          </p:nvSpPr>
          <p:spPr>
            <a:xfrm>
              <a:off x="7223017" y="707846"/>
              <a:ext cx="5893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11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96" name="직선 화살표 연결선 295"/>
            <p:cNvCxnSpPr/>
            <p:nvPr/>
          </p:nvCxnSpPr>
          <p:spPr>
            <a:xfrm flipH="1">
              <a:off x="7465919" y="930257"/>
              <a:ext cx="25883" cy="19840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TextBox 393"/>
          <p:cNvSpPr txBox="1"/>
          <p:nvPr/>
        </p:nvSpPr>
        <p:spPr>
          <a:xfrm>
            <a:off x="6219118" y="2093365"/>
            <a:ext cx="562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12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395" name="TextBox 394"/>
          <p:cNvSpPr txBox="1"/>
          <p:nvPr/>
        </p:nvSpPr>
        <p:spPr>
          <a:xfrm>
            <a:off x="6356179" y="195283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397" name="TextBox 396"/>
          <p:cNvSpPr txBox="1"/>
          <p:nvPr/>
        </p:nvSpPr>
        <p:spPr>
          <a:xfrm>
            <a:off x="6544859" y="1952836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398" name="TextBox 397"/>
          <p:cNvSpPr txBox="1"/>
          <p:nvPr/>
        </p:nvSpPr>
        <p:spPr>
          <a:xfrm>
            <a:off x="6629907" y="2057399"/>
            <a:ext cx="562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13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202" name="그룹 201"/>
          <p:cNvGrpSpPr/>
          <p:nvPr/>
        </p:nvGrpSpPr>
        <p:grpSpPr>
          <a:xfrm>
            <a:off x="6779390" y="1155721"/>
            <a:ext cx="589335" cy="420816"/>
            <a:chOff x="7223017" y="707846"/>
            <a:chExt cx="589335" cy="420816"/>
          </a:xfrm>
        </p:grpSpPr>
        <p:sp>
          <p:nvSpPr>
            <p:cNvPr id="203" name="TextBox 202"/>
            <p:cNvSpPr txBox="1"/>
            <p:nvPr/>
          </p:nvSpPr>
          <p:spPr>
            <a:xfrm>
              <a:off x="7223017" y="707846"/>
              <a:ext cx="5893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14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04" name="직선 화살표 연결선 203"/>
            <p:cNvCxnSpPr/>
            <p:nvPr/>
          </p:nvCxnSpPr>
          <p:spPr>
            <a:xfrm flipH="1">
              <a:off x="7465919" y="930257"/>
              <a:ext cx="25883" cy="19840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" name="TextBox 132"/>
          <p:cNvSpPr txBox="1"/>
          <p:nvPr/>
        </p:nvSpPr>
        <p:spPr>
          <a:xfrm>
            <a:off x="6623092" y="1749389"/>
            <a:ext cx="562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15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948833" y="1608860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7033881" y="1713423"/>
            <a:ext cx="562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16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6773697" y="1608860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855826" y="3648287"/>
            <a:ext cx="1705521" cy="2304256"/>
            <a:chOff x="1855826" y="3648287"/>
            <a:chExt cx="1705521" cy="2304256"/>
          </a:xfrm>
        </p:grpSpPr>
        <p:cxnSp>
          <p:nvCxnSpPr>
            <p:cNvPr id="140" name="직선 연결선 139"/>
            <p:cNvCxnSpPr/>
            <p:nvPr/>
          </p:nvCxnSpPr>
          <p:spPr>
            <a:xfrm>
              <a:off x="3077399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직선 연결선 140"/>
            <p:cNvCxnSpPr/>
            <p:nvPr/>
          </p:nvCxnSpPr>
          <p:spPr>
            <a:xfrm>
              <a:off x="3450318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직선 연결선 144"/>
            <p:cNvCxnSpPr/>
            <p:nvPr/>
          </p:nvCxnSpPr>
          <p:spPr>
            <a:xfrm>
              <a:off x="1925271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19"/>
            <p:cNvSpPr txBox="1"/>
            <p:nvPr/>
          </p:nvSpPr>
          <p:spPr>
            <a:xfrm>
              <a:off x="2352191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147" name="직선 연결선 146"/>
            <p:cNvCxnSpPr/>
            <p:nvPr/>
          </p:nvCxnSpPr>
          <p:spPr>
            <a:xfrm>
              <a:off x="1925271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TextBox 147"/>
            <p:cNvSpPr txBox="1"/>
            <p:nvPr/>
          </p:nvSpPr>
          <p:spPr>
            <a:xfrm>
              <a:off x="1855826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3057291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3656026" y="3648287"/>
            <a:ext cx="1705521" cy="2304256"/>
            <a:chOff x="3656026" y="3648287"/>
            <a:chExt cx="1705521" cy="2304256"/>
          </a:xfrm>
        </p:grpSpPr>
        <p:cxnSp>
          <p:nvCxnSpPr>
            <p:cNvPr id="154" name="직선 연결선 153"/>
            <p:cNvCxnSpPr/>
            <p:nvPr/>
          </p:nvCxnSpPr>
          <p:spPr>
            <a:xfrm>
              <a:off x="4877599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/>
            <p:cNvCxnSpPr/>
            <p:nvPr/>
          </p:nvCxnSpPr>
          <p:spPr>
            <a:xfrm>
              <a:off x="5250518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/>
            <p:cNvCxnSpPr/>
            <p:nvPr/>
          </p:nvCxnSpPr>
          <p:spPr>
            <a:xfrm>
              <a:off x="3725471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19"/>
            <p:cNvSpPr txBox="1"/>
            <p:nvPr/>
          </p:nvSpPr>
          <p:spPr>
            <a:xfrm>
              <a:off x="4152391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163" name="직선 연결선 162"/>
            <p:cNvCxnSpPr/>
            <p:nvPr/>
          </p:nvCxnSpPr>
          <p:spPr>
            <a:xfrm>
              <a:off x="3725471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/>
            <p:cNvSpPr txBox="1"/>
            <p:nvPr/>
          </p:nvSpPr>
          <p:spPr>
            <a:xfrm>
              <a:off x="3656026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4857491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66" name="TextBox 19"/>
            <p:cNvSpPr txBox="1"/>
            <p:nvPr/>
          </p:nvSpPr>
          <p:spPr>
            <a:xfrm>
              <a:off x="4108439" y="5228058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17</a:t>
              </a:r>
              <a:endParaRPr lang="ko-KR" altLang="en-US" sz="1200" baseline="-25000" dirty="0"/>
            </a:p>
          </p:txBody>
        </p:sp>
        <p:cxnSp>
          <p:nvCxnSpPr>
            <p:cNvPr id="172" name="직선 연결선 171"/>
            <p:cNvCxnSpPr/>
            <p:nvPr/>
          </p:nvCxnSpPr>
          <p:spPr>
            <a:xfrm>
              <a:off x="3725471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TextBox 172"/>
            <p:cNvSpPr txBox="1"/>
            <p:nvPr/>
          </p:nvSpPr>
          <p:spPr>
            <a:xfrm>
              <a:off x="3656026" y="5228058"/>
              <a:ext cx="1059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17</a:t>
              </a:r>
              <a:endParaRPr lang="ko-KR" altLang="en-US" sz="1200" baseline="-25000" dirty="0"/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4857491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207" name="그룹 206"/>
          <p:cNvGrpSpPr/>
          <p:nvPr/>
        </p:nvGrpSpPr>
        <p:grpSpPr>
          <a:xfrm>
            <a:off x="7347130" y="949569"/>
            <a:ext cx="589335" cy="360040"/>
            <a:chOff x="7223017" y="707846"/>
            <a:chExt cx="589335" cy="360040"/>
          </a:xfrm>
        </p:grpSpPr>
        <p:sp>
          <p:nvSpPr>
            <p:cNvPr id="208" name="TextBox 207"/>
            <p:cNvSpPr txBox="1"/>
            <p:nvPr/>
          </p:nvSpPr>
          <p:spPr>
            <a:xfrm>
              <a:off x="7223017" y="707846"/>
              <a:ext cx="5893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17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09" name="직선 화살표 연결선 208"/>
            <p:cNvCxnSpPr/>
            <p:nvPr/>
          </p:nvCxnSpPr>
          <p:spPr>
            <a:xfrm flipH="1">
              <a:off x="7373674" y="930257"/>
              <a:ext cx="118129" cy="137629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/>
          <p:cNvGrpSpPr/>
          <p:nvPr/>
        </p:nvGrpSpPr>
        <p:grpSpPr>
          <a:xfrm>
            <a:off x="7065902" y="1307678"/>
            <a:ext cx="562455" cy="429171"/>
            <a:chOff x="7065902" y="1307678"/>
            <a:chExt cx="562455" cy="429171"/>
          </a:xfrm>
        </p:grpSpPr>
        <p:sp>
          <p:nvSpPr>
            <p:cNvPr id="272" name="TextBox 271"/>
            <p:cNvSpPr txBox="1"/>
            <p:nvPr/>
          </p:nvSpPr>
          <p:spPr>
            <a:xfrm>
              <a:off x="7065902" y="1429072"/>
              <a:ext cx="5624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18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7179204" y="1307678"/>
              <a:ext cx="318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5523226" y="3648287"/>
            <a:ext cx="1705521" cy="2304256"/>
            <a:chOff x="5523226" y="3648287"/>
            <a:chExt cx="1705521" cy="2304256"/>
          </a:xfrm>
        </p:grpSpPr>
        <p:cxnSp>
          <p:nvCxnSpPr>
            <p:cNvPr id="210" name="직선 연결선 209"/>
            <p:cNvCxnSpPr/>
            <p:nvPr/>
          </p:nvCxnSpPr>
          <p:spPr>
            <a:xfrm>
              <a:off x="6744799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직선 연결선 257"/>
            <p:cNvCxnSpPr/>
            <p:nvPr/>
          </p:nvCxnSpPr>
          <p:spPr>
            <a:xfrm>
              <a:off x="7117718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직선 연결선 258"/>
            <p:cNvCxnSpPr/>
            <p:nvPr/>
          </p:nvCxnSpPr>
          <p:spPr>
            <a:xfrm>
              <a:off x="5592671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0" name="TextBox 19"/>
            <p:cNvSpPr txBox="1"/>
            <p:nvPr/>
          </p:nvSpPr>
          <p:spPr>
            <a:xfrm>
              <a:off x="6019591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61" name="직선 연결선 260"/>
            <p:cNvCxnSpPr/>
            <p:nvPr/>
          </p:nvCxnSpPr>
          <p:spPr>
            <a:xfrm>
              <a:off x="5592671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TextBox 261"/>
            <p:cNvSpPr txBox="1"/>
            <p:nvPr/>
          </p:nvSpPr>
          <p:spPr>
            <a:xfrm>
              <a:off x="5523226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63" name="TextBox 262"/>
            <p:cNvSpPr txBox="1"/>
            <p:nvPr/>
          </p:nvSpPr>
          <p:spPr>
            <a:xfrm>
              <a:off x="6724691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64" name="TextBox 19"/>
            <p:cNvSpPr txBox="1"/>
            <p:nvPr/>
          </p:nvSpPr>
          <p:spPr>
            <a:xfrm>
              <a:off x="5965049" y="5228058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17</a:t>
              </a:r>
              <a:endParaRPr lang="ko-KR" altLang="en-US" sz="1200" baseline="-25000" dirty="0"/>
            </a:p>
          </p:txBody>
        </p:sp>
        <p:cxnSp>
          <p:nvCxnSpPr>
            <p:cNvPr id="265" name="직선 연결선 264"/>
            <p:cNvCxnSpPr/>
            <p:nvPr/>
          </p:nvCxnSpPr>
          <p:spPr>
            <a:xfrm>
              <a:off x="5592671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TextBox 265"/>
            <p:cNvSpPr txBox="1"/>
            <p:nvPr/>
          </p:nvSpPr>
          <p:spPr>
            <a:xfrm>
              <a:off x="5523226" y="5228058"/>
              <a:ext cx="1059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17</a:t>
              </a:r>
              <a:endParaRPr lang="ko-KR" altLang="en-US" sz="1200" baseline="-25000" dirty="0"/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6724691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76" name="TextBox 19"/>
            <p:cNvSpPr txBox="1"/>
            <p:nvPr/>
          </p:nvSpPr>
          <p:spPr>
            <a:xfrm>
              <a:off x="5961468" y="4994838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18</a:t>
              </a:r>
              <a:endParaRPr lang="ko-KR" altLang="en-US" sz="1200" baseline="-25000" dirty="0"/>
            </a:p>
          </p:txBody>
        </p:sp>
        <p:cxnSp>
          <p:nvCxnSpPr>
            <p:cNvPr id="277" name="직선 연결선 276"/>
            <p:cNvCxnSpPr/>
            <p:nvPr/>
          </p:nvCxnSpPr>
          <p:spPr>
            <a:xfrm>
              <a:off x="5592671" y="503273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8" name="TextBox 277"/>
            <p:cNvSpPr txBox="1"/>
            <p:nvPr/>
          </p:nvSpPr>
          <p:spPr>
            <a:xfrm>
              <a:off x="5523226" y="4994838"/>
              <a:ext cx="1059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18</a:t>
              </a:r>
              <a:endParaRPr lang="ko-KR" altLang="en-US" sz="1200" baseline="-25000" dirty="0"/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6802137" y="5005792"/>
              <a:ext cx="3344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FF0000"/>
                  </a:solidFill>
                </a:rPr>
                <a:t>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7244473" y="3648287"/>
            <a:ext cx="1705521" cy="2304256"/>
            <a:chOff x="7244473" y="3648287"/>
            <a:chExt cx="1705521" cy="2304256"/>
          </a:xfrm>
        </p:grpSpPr>
        <p:cxnSp>
          <p:nvCxnSpPr>
            <p:cNvPr id="280" name="직선 연결선 279"/>
            <p:cNvCxnSpPr/>
            <p:nvPr/>
          </p:nvCxnSpPr>
          <p:spPr>
            <a:xfrm>
              <a:off x="8466046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>
              <a:off x="8838965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직선 연결선 283"/>
            <p:cNvCxnSpPr/>
            <p:nvPr/>
          </p:nvCxnSpPr>
          <p:spPr>
            <a:xfrm>
              <a:off x="7313918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19"/>
            <p:cNvSpPr txBox="1"/>
            <p:nvPr/>
          </p:nvSpPr>
          <p:spPr>
            <a:xfrm>
              <a:off x="7740838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286" name="직선 연결선 285"/>
            <p:cNvCxnSpPr/>
            <p:nvPr/>
          </p:nvCxnSpPr>
          <p:spPr>
            <a:xfrm>
              <a:off x="7313918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TextBox 286"/>
            <p:cNvSpPr txBox="1"/>
            <p:nvPr/>
          </p:nvSpPr>
          <p:spPr>
            <a:xfrm>
              <a:off x="7244473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288" name="TextBox 287"/>
            <p:cNvSpPr txBox="1"/>
            <p:nvPr/>
          </p:nvSpPr>
          <p:spPr>
            <a:xfrm>
              <a:off x="8445938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289" name="TextBox 19"/>
            <p:cNvSpPr txBox="1"/>
            <p:nvPr/>
          </p:nvSpPr>
          <p:spPr>
            <a:xfrm>
              <a:off x="7696886" y="5228058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17</a:t>
              </a:r>
              <a:endParaRPr lang="ko-KR" altLang="en-US" sz="1200" baseline="-25000" dirty="0"/>
            </a:p>
          </p:txBody>
        </p:sp>
        <p:cxnSp>
          <p:nvCxnSpPr>
            <p:cNvPr id="290" name="직선 연결선 289"/>
            <p:cNvCxnSpPr/>
            <p:nvPr/>
          </p:nvCxnSpPr>
          <p:spPr>
            <a:xfrm>
              <a:off x="7313918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1" name="TextBox 290"/>
            <p:cNvSpPr txBox="1"/>
            <p:nvPr/>
          </p:nvSpPr>
          <p:spPr>
            <a:xfrm>
              <a:off x="7244473" y="5228058"/>
              <a:ext cx="1059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17</a:t>
              </a:r>
              <a:endParaRPr lang="ko-KR" altLang="en-US" sz="1200" baseline="-25000" dirty="0"/>
            </a:p>
          </p:txBody>
        </p:sp>
        <p:sp>
          <p:nvSpPr>
            <p:cNvPr id="292" name="TextBox 291"/>
            <p:cNvSpPr txBox="1"/>
            <p:nvPr/>
          </p:nvSpPr>
          <p:spPr>
            <a:xfrm>
              <a:off x="8445938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sp>
        <p:nvSpPr>
          <p:cNvPr id="293" name="TextBox 292"/>
          <p:cNvSpPr txBox="1"/>
          <p:nvPr/>
        </p:nvSpPr>
        <p:spPr>
          <a:xfrm>
            <a:off x="7660961" y="6212411"/>
            <a:ext cx="1159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Output: E </a:t>
            </a:r>
            <a:endParaRPr lang="ko-KR" altLang="en-US" sz="1600" dirty="0"/>
          </a:p>
        </p:txBody>
      </p:sp>
      <p:grpSp>
        <p:nvGrpSpPr>
          <p:cNvPr id="5" name="그룹 4"/>
          <p:cNvGrpSpPr/>
          <p:nvPr/>
        </p:nvGrpSpPr>
        <p:grpSpPr>
          <a:xfrm>
            <a:off x="107526" y="3648287"/>
            <a:ext cx="1705521" cy="2304256"/>
            <a:chOff x="107526" y="3648287"/>
            <a:chExt cx="1705521" cy="2304256"/>
          </a:xfrm>
        </p:grpSpPr>
        <p:cxnSp>
          <p:nvCxnSpPr>
            <p:cNvPr id="323" name="직선 연결선 322"/>
            <p:cNvCxnSpPr/>
            <p:nvPr/>
          </p:nvCxnSpPr>
          <p:spPr>
            <a:xfrm>
              <a:off x="1329099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직선 연결선 323"/>
            <p:cNvCxnSpPr/>
            <p:nvPr/>
          </p:nvCxnSpPr>
          <p:spPr>
            <a:xfrm>
              <a:off x="1702018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직선 연결선 324"/>
            <p:cNvCxnSpPr/>
            <p:nvPr/>
          </p:nvCxnSpPr>
          <p:spPr>
            <a:xfrm>
              <a:off x="176971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6" name="TextBox 19"/>
            <p:cNvSpPr txBox="1"/>
            <p:nvPr/>
          </p:nvSpPr>
          <p:spPr>
            <a:xfrm>
              <a:off x="603891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327" name="직선 연결선 326"/>
            <p:cNvCxnSpPr/>
            <p:nvPr/>
          </p:nvCxnSpPr>
          <p:spPr>
            <a:xfrm>
              <a:off x="176971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TextBox 327"/>
            <p:cNvSpPr txBox="1"/>
            <p:nvPr/>
          </p:nvSpPr>
          <p:spPr>
            <a:xfrm>
              <a:off x="107526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329" name="TextBox 328"/>
            <p:cNvSpPr txBox="1"/>
            <p:nvPr/>
          </p:nvSpPr>
          <p:spPr>
            <a:xfrm>
              <a:off x="1308991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330" name="TextBox 19"/>
            <p:cNvSpPr txBox="1"/>
            <p:nvPr/>
          </p:nvSpPr>
          <p:spPr>
            <a:xfrm>
              <a:off x="603891" y="5228058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cxnSp>
          <p:nvCxnSpPr>
            <p:cNvPr id="331" name="직선 연결선 330"/>
            <p:cNvCxnSpPr/>
            <p:nvPr/>
          </p:nvCxnSpPr>
          <p:spPr>
            <a:xfrm>
              <a:off x="176971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2" name="TextBox 331"/>
            <p:cNvSpPr txBox="1"/>
            <p:nvPr/>
          </p:nvSpPr>
          <p:spPr>
            <a:xfrm>
              <a:off x="107526" y="5228058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2</a:t>
              </a:r>
              <a:endParaRPr lang="ko-KR" altLang="en-US" sz="1200" baseline="-25000" dirty="0"/>
            </a:p>
          </p:txBody>
        </p:sp>
        <p:sp>
          <p:nvSpPr>
            <p:cNvPr id="333" name="TextBox 332"/>
            <p:cNvSpPr txBox="1"/>
            <p:nvPr/>
          </p:nvSpPr>
          <p:spPr>
            <a:xfrm>
              <a:off x="1308991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9537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29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908720"/>
            <a:ext cx="3425523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908720"/>
            <a:ext cx="2277715" cy="1574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그룹 29"/>
          <p:cNvGrpSpPr/>
          <p:nvPr/>
        </p:nvGrpSpPr>
        <p:grpSpPr>
          <a:xfrm>
            <a:off x="7159054" y="682823"/>
            <a:ext cx="653306" cy="307777"/>
            <a:chOff x="7159054" y="682823"/>
            <a:chExt cx="653306" cy="307777"/>
          </a:xfrm>
        </p:grpSpPr>
        <p:sp>
          <p:nvSpPr>
            <p:cNvPr id="6" name="TextBox 5"/>
            <p:cNvSpPr txBox="1"/>
            <p:nvPr/>
          </p:nvSpPr>
          <p:spPr>
            <a:xfrm>
              <a:off x="7317370" y="682823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8" name="직선 화살표 연결선 7"/>
            <p:cNvCxnSpPr>
              <a:stCxn id="6" idx="1"/>
            </p:cNvCxnSpPr>
            <p:nvPr/>
          </p:nvCxnSpPr>
          <p:spPr>
            <a:xfrm flipH="1">
              <a:off x="7159054" y="836712"/>
              <a:ext cx="158316" cy="72007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/>
          <p:cNvGrpSpPr/>
          <p:nvPr/>
        </p:nvGrpSpPr>
        <p:grpSpPr>
          <a:xfrm>
            <a:off x="6307342" y="754831"/>
            <a:ext cx="494990" cy="513929"/>
            <a:chOff x="7238212" y="624541"/>
            <a:chExt cx="494990" cy="513929"/>
          </a:xfrm>
        </p:grpSpPr>
        <p:sp>
          <p:nvSpPr>
            <p:cNvPr id="46" name="TextBox 45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2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47" name="직선 화살표 연결선 46"/>
            <p:cNvCxnSpPr>
              <a:stCxn id="46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그룹 79"/>
          <p:cNvGrpSpPr/>
          <p:nvPr/>
        </p:nvGrpSpPr>
        <p:grpSpPr>
          <a:xfrm>
            <a:off x="5905924" y="1062608"/>
            <a:ext cx="494990" cy="513929"/>
            <a:chOff x="7238212" y="624541"/>
            <a:chExt cx="494990" cy="513929"/>
          </a:xfrm>
        </p:grpSpPr>
        <p:sp>
          <p:nvSpPr>
            <p:cNvPr id="81" name="TextBox 80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3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82" name="직선 화살표 연결선 81"/>
            <p:cNvCxnSpPr>
              <a:stCxn id="81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그룹 97"/>
          <p:cNvGrpSpPr/>
          <p:nvPr/>
        </p:nvGrpSpPr>
        <p:grpSpPr>
          <a:xfrm>
            <a:off x="5552857" y="1326352"/>
            <a:ext cx="494990" cy="513929"/>
            <a:chOff x="7238212" y="624541"/>
            <a:chExt cx="494990" cy="513929"/>
          </a:xfrm>
        </p:grpSpPr>
        <p:sp>
          <p:nvSpPr>
            <p:cNvPr id="99" name="TextBox 98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4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00" name="직선 화살표 연결선 99"/>
            <p:cNvCxnSpPr>
              <a:stCxn id="99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그룹 141"/>
          <p:cNvGrpSpPr/>
          <p:nvPr/>
        </p:nvGrpSpPr>
        <p:grpSpPr>
          <a:xfrm>
            <a:off x="5155532" y="1695872"/>
            <a:ext cx="494990" cy="513929"/>
            <a:chOff x="7238212" y="624541"/>
            <a:chExt cx="494990" cy="513929"/>
          </a:xfrm>
        </p:grpSpPr>
        <p:sp>
          <p:nvSpPr>
            <p:cNvPr id="143" name="TextBox 142"/>
            <p:cNvSpPr txBox="1"/>
            <p:nvPr/>
          </p:nvSpPr>
          <p:spPr>
            <a:xfrm>
              <a:off x="7238212" y="624541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5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44" name="직선 화살표 연결선 143"/>
            <p:cNvCxnSpPr>
              <a:stCxn id="143" idx="2"/>
            </p:cNvCxnSpPr>
            <p:nvPr/>
          </p:nvCxnSpPr>
          <p:spPr>
            <a:xfrm flipH="1">
              <a:off x="7465917" y="932318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TextBox 105"/>
          <p:cNvSpPr txBox="1"/>
          <p:nvPr/>
        </p:nvSpPr>
        <p:spPr>
          <a:xfrm>
            <a:off x="4835877" y="2374422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6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084444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5284400" y="2401143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7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82" name="TextBox 281"/>
          <p:cNvSpPr txBox="1"/>
          <p:nvPr/>
        </p:nvSpPr>
        <p:spPr>
          <a:xfrm>
            <a:off x="5333537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169" name="그룹 168"/>
          <p:cNvGrpSpPr/>
          <p:nvPr/>
        </p:nvGrpSpPr>
        <p:grpSpPr>
          <a:xfrm>
            <a:off x="5966060" y="1840281"/>
            <a:ext cx="494990" cy="420815"/>
            <a:chOff x="7238212" y="707846"/>
            <a:chExt cx="494990" cy="420815"/>
          </a:xfrm>
        </p:grpSpPr>
        <p:sp>
          <p:nvSpPr>
            <p:cNvPr id="170" name="TextBox 169"/>
            <p:cNvSpPr txBox="1"/>
            <p:nvPr/>
          </p:nvSpPr>
          <p:spPr>
            <a:xfrm>
              <a:off x="7238212" y="707846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8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71" name="직선 화살표 연결선 170"/>
            <p:cNvCxnSpPr>
              <a:stCxn id="170" idx="2"/>
            </p:cNvCxnSpPr>
            <p:nvPr/>
          </p:nvCxnSpPr>
          <p:spPr>
            <a:xfrm flipH="1">
              <a:off x="7465917" y="922509"/>
              <a:ext cx="19790" cy="20615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TextBox 176"/>
          <p:cNvSpPr txBox="1"/>
          <p:nvPr/>
        </p:nvSpPr>
        <p:spPr>
          <a:xfrm>
            <a:off x="5724128" y="2401142"/>
            <a:ext cx="494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9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5895703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6105541" y="2401143"/>
            <a:ext cx="6540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10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6144796" y="228197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294" name="그룹 293"/>
          <p:cNvGrpSpPr/>
          <p:nvPr/>
        </p:nvGrpSpPr>
        <p:grpSpPr>
          <a:xfrm>
            <a:off x="6358929" y="1473461"/>
            <a:ext cx="589335" cy="420816"/>
            <a:chOff x="7223017" y="707846"/>
            <a:chExt cx="589335" cy="420816"/>
          </a:xfrm>
        </p:grpSpPr>
        <p:sp>
          <p:nvSpPr>
            <p:cNvPr id="295" name="TextBox 294"/>
            <p:cNvSpPr txBox="1"/>
            <p:nvPr/>
          </p:nvSpPr>
          <p:spPr>
            <a:xfrm>
              <a:off x="7223017" y="707846"/>
              <a:ext cx="5893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11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96" name="직선 화살표 연결선 295"/>
            <p:cNvCxnSpPr/>
            <p:nvPr/>
          </p:nvCxnSpPr>
          <p:spPr>
            <a:xfrm flipH="1">
              <a:off x="7465919" y="930257"/>
              <a:ext cx="25883" cy="19840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TextBox 393"/>
          <p:cNvSpPr txBox="1"/>
          <p:nvPr/>
        </p:nvSpPr>
        <p:spPr>
          <a:xfrm>
            <a:off x="6219118" y="2093365"/>
            <a:ext cx="562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12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395" name="TextBox 394"/>
          <p:cNvSpPr txBox="1"/>
          <p:nvPr/>
        </p:nvSpPr>
        <p:spPr>
          <a:xfrm>
            <a:off x="6356179" y="1952835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397" name="TextBox 396"/>
          <p:cNvSpPr txBox="1"/>
          <p:nvPr/>
        </p:nvSpPr>
        <p:spPr>
          <a:xfrm>
            <a:off x="6544859" y="1952836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398" name="TextBox 397"/>
          <p:cNvSpPr txBox="1"/>
          <p:nvPr/>
        </p:nvSpPr>
        <p:spPr>
          <a:xfrm>
            <a:off x="6629907" y="2057399"/>
            <a:ext cx="562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13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202" name="그룹 201"/>
          <p:cNvGrpSpPr/>
          <p:nvPr/>
        </p:nvGrpSpPr>
        <p:grpSpPr>
          <a:xfrm>
            <a:off x="6779390" y="1155721"/>
            <a:ext cx="589335" cy="420816"/>
            <a:chOff x="7223017" y="707846"/>
            <a:chExt cx="589335" cy="420816"/>
          </a:xfrm>
        </p:grpSpPr>
        <p:sp>
          <p:nvSpPr>
            <p:cNvPr id="203" name="TextBox 202"/>
            <p:cNvSpPr txBox="1"/>
            <p:nvPr/>
          </p:nvSpPr>
          <p:spPr>
            <a:xfrm>
              <a:off x="7223017" y="707846"/>
              <a:ext cx="5893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14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04" name="직선 화살표 연결선 203"/>
            <p:cNvCxnSpPr/>
            <p:nvPr/>
          </p:nvCxnSpPr>
          <p:spPr>
            <a:xfrm flipH="1">
              <a:off x="7465919" y="930257"/>
              <a:ext cx="25883" cy="19840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" name="TextBox 132"/>
          <p:cNvSpPr txBox="1"/>
          <p:nvPr/>
        </p:nvSpPr>
        <p:spPr>
          <a:xfrm>
            <a:off x="6623092" y="1749389"/>
            <a:ext cx="562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15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948833" y="1608860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7033881" y="1713423"/>
            <a:ext cx="562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ptr</a:t>
            </a:r>
            <a:r>
              <a:rPr lang="en-US" altLang="ko-KR" sz="1400" baseline="-250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16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6773697" y="1608860"/>
            <a:ext cx="31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207" name="그룹 206"/>
          <p:cNvGrpSpPr/>
          <p:nvPr/>
        </p:nvGrpSpPr>
        <p:grpSpPr>
          <a:xfrm>
            <a:off x="7347130" y="949569"/>
            <a:ext cx="589335" cy="360040"/>
            <a:chOff x="7223017" y="707846"/>
            <a:chExt cx="589335" cy="360040"/>
          </a:xfrm>
        </p:grpSpPr>
        <p:sp>
          <p:nvSpPr>
            <p:cNvPr id="208" name="TextBox 207"/>
            <p:cNvSpPr txBox="1"/>
            <p:nvPr/>
          </p:nvSpPr>
          <p:spPr>
            <a:xfrm>
              <a:off x="7223017" y="707846"/>
              <a:ext cx="5893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17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09" name="직선 화살표 연결선 208"/>
            <p:cNvCxnSpPr/>
            <p:nvPr/>
          </p:nvCxnSpPr>
          <p:spPr>
            <a:xfrm flipH="1">
              <a:off x="7373674" y="930257"/>
              <a:ext cx="118129" cy="137629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/>
          <p:cNvGrpSpPr/>
          <p:nvPr/>
        </p:nvGrpSpPr>
        <p:grpSpPr>
          <a:xfrm>
            <a:off x="7065902" y="1307678"/>
            <a:ext cx="562455" cy="429171"/>
            <a:chOff x="7065902" y="1307678"/>
            <a:chExt cx="562455" cy="429171"/>
          </a:xfrm>
        </p:grpSpPr>
        <p:sp>
          <p:nvSpPr>
            <p:cNvPr id="272" name="TextBox 271"/>
            <p:cNvSpPr txBox="1"/>
            <p:nvPr/>
          </p:nvSpPr>
          <p:spPr>
            <a:xfrm>
              <a:off x="7065902" y="1429072"/>
              <a:ext cx="5624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18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7179204" y="1307678"/>
              <a:ext cx="318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7347130" y="1308234"/>
            <a:ext cx="667645" cy="340311"/>
            <a:chOff x="7347130" y="1308234"/>
            <a:chExt cx="667645" cy="340311"/>
          </a:xfrm>
        </p:grpSpPr>
        <p:sp>
          <p:nvSpPr>
            <p:cNvPr id="273" name="TextBox 272"/>
            <p:cNvSpPr txBox="1"/>
            <p:nvPr/>
          </p:nvSpPr>
          <p:spPr>
            <a:xfrm>
              <a:off x="7452320" y="1340768"/>
              <a:ext cx="5624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19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7347130" y="1308234"/>
              <a:ext cx="318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4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2350887" y="3648287"/>
            <a:ext cx="1705521" cy="2304256"/>
            <a:chOff x="2350887" y="3648287"/>
            <a:chExt cx="1705521" cy="2304256"/>
          </a:xfrm>
        </p:grpSpPr>
        <p:cxnSp>
          <p:nvCxnSpPr>
            <p:cNvPr id="114" name="직선 연결선 113"/>
            <p:cNvCxnSpPr/>
            <p:nvPr/>
          </p:nvCxnSpPr>
          <p:spPr>
            <a:xfrm>
              <a:off x="3572460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연결선 114"/>
            <p:cNvCxnSpPr/>
            <p:nvPr/>
          </p:nvCxnSpPr>
          <p:spPr>
            <a:xfrm>
              <a:off x="3945379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/>
            <p:cNvCxnSpPr/>
            <p:nvPr/>
          </p:nvCxnSpPr>
          <p:spPr>
            <a:xfrm>
              <a:off x="2420332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19"/>
            <p:cNvSpPr txBox="1"/>
            <p:nvPr/>
          </p:nvSpPr>
          <p:spPr>
            <a:xfrm>
              <a:off x="2847252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118" name="직선 연결선 117"/>
            <p:cNvCxnSpPr/>
            <p:nvPr/>
          </p:nvCxnSpPr>
          <p:spPr>
            <a:xfrm>
              <a:off x="2420332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/>
            <p:cNvSpPr txBox="1"/>
            <p:nvPr/>
          </p:nvSpPr>
          <p:spPr>
            <a:xfrm>
              <a:off x="2350887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3552352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21" name="TextBox 19"/>
            <p:cNvSpPr txBox="1"/>
            <p:nvPr/>
          </p:nvSpPr>
          <p:spPr>
            <a:xfrm>
              <a:off x="2803300" y="5228058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17</a:t>
              </a:r>
              <a:endParaRPr lang="ko-KR" altLang="en-US" sz="1200" baseline="-25000" dirty="0"/>
            </a:p>
          </p:txBody>
        </p:sp>
        <p:cxnSp>
          <p:nvCxnSpPr>
            <p:cNvPr id="122" name="직선 연결선 121"/>
            <p:cNvCxnSpPr/>
            <p:nvPr/>
          </p:nvCxnSpPr>
          <p:spPr>
            <a:xfrm>
              <a:off x="2420332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/>
            <p:cNvSpPr txBox="1"/>
            <p:nvPr/>
          </p:nvSpPr>
          <p:spPr>
            <a:xfrm>
              <a:off x="2350887" y="5228058"/>
              <a:ext cx="1059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17</a:t>
              </a:r>
              <a:endParaRPr lang="ko-KR" altLang="en-US" sz="1200" baseline="-25000" dirty="0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552352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4310084" y="3648287"/>
            <a:ext cx="1705521" cy="2304256"/>
            <a:chOff x="4310084" y="3648287"/>
            <a:chExt cx="1705521" cy="2304256"/>
          </a:xfrm>
        </p:grpSpPr>
        <p:cxnSp>
          <p:nvCxnSpPr>
            <p:cNvPr id="125" name="직선 연결선 124"/>
            <p:cNvCxnSpPr/>
            <p:nvPr/>
          </p:nvCxnSpPr>
          <p:spPr>
            <a:xfrm>
              <a:off x="5531657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직선 연결선 125"/>
            <p:cNvCxnSpPr/>
            <p:nvPr/>
          </p:nvCxnSpPr>
          <p:spPr>
            <a:xfrm>
              <a:off x="5904576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/>
            <p:cNvCxnSpPr/>
            <p:nvPr/>
          </p:nvCxnSpPr>
          <p:spPr>
            <a:xfrm>
              <a:off x="4379529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TextBox 19"/>
            <p:cNvSpPr txBox="1"/>
            <p:nvPr/>
          </p:nvSpPr>
          <p:spPr>
            <a:xfrm>
              <a:off x="4806449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129" name="직선 연결선 128"/>
            <p:cNvCxnSpPr/>
            <p:nvPr/>
          </p:nvCxnSpPr>
          <p:spPr>
            <a:xfrm>
              <a:off x="4379529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29"/>
            <p:cNvSpPr txBox="1"/>
            <p:nvPr/>
          </p:nvSpPr>
          <p:spPr>
            <a:xfrm>
              <a:off x="4310084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5511549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6266208" y="3648287"/>
            <a:ext cx="1525047" cy="2304256"/>
            <a:chOff x="6266208" y="3648287"/>
            <a:chExt cx="1525047" cy="2304256"/>
          </a:xfrm>
        </p:grpSpPr>
        <p:cxnSp>
          <p:nvCxnSpPr>
            <p:cNvPr id="150" name="직선 연결선 149"/>
            <p:cNvCxnSpPr/>
            <p:nvPr/>
          </p:nvCxnSpPr>
          <p:spPr>
            <a:xfrm>
              <a:off x="7418336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직선 연결선 150"/>
            <p:cNvCxnSpPr/>
            <p:nvPr/>
          </p:nvCxnSpPr>
          <p:spPr>
            <a:xfrm>
              <a:off x="7791255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연결선 151"/>
            <p:cNvCxnSpPr/>
            <p:nvPr/>
          </p:nvCxnSpPr>
          <p:spPr>
            <a:xfrm>
              <a:off x="6266208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/>
          <p:cNvGrpSpPr/>
          <p:nvPr/>
        </p:nvGrpSpPr>
        <p:grpSpPr>
          <a:xfrm>
            <a:off x="671230" y="3648287"/>
            <a:ext cx="1705521" cy="2304256"/>
            <a:chOff x="671230" y="3648287"/>
            <a:chExt cx="1705521" cy="2304256"/>
          </a:xfrm>
        </p:grpSpPr>
        <p:cxnSp>
          <p:nvCxnSpPr>
            <p:cNvPr id="161" name="직선 연결선 160"/>
            <p:cNvCxnSpPr/>
            <p:nvPr/>
          </p:nvCxnSpPr>
          <p:spPr>
            <a:xfrm>
              <a:off x="1892803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>
              <a:off x="2265722" y="3648287"/>
              <a:ext cx="0" cy="2304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직선 연결선 166"/>
            <p:cNvCxnSpPr/>
            <p:nvPr/>
          </p:nvCxnSpPr>
          <p:spPr>
            <a:xfrm>
              <a:off x="740675" y="5736519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TextBox 19"/>
            <p:cNvSpPr txBox="1"/>
            <p:nvPr/>
          </p:nvSpPr>
          <p:spPr>
            <a:xfrm>
              <a:off x="1167595" y="5467165"/>
              <a:ext cx="86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cxnSp>
          <p:nvCxnSpPr>
            <p:cNvPr id="175" name="직선 연결선 174"/>
            <p:cNvCxnSpPr/>
            <p:nvPr/>
          </p:nvCxnSpPr>
          <p:spPr>
            <a:xfrm>
              <a:off x="740675" y="5505057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TextBox 175"/>
            <p:cNvSpPr txBox="1"/>
            <p:nvPr/>
          </p:nvSpPr>
          <p:spPr>
            <a:xfrm>
              <a:off x="671230" y="5467165"/>
              <a:ext cx="9335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</a:t>
              </a:r>
              <a:endParaRPr lang="ko-KR" altLang="en-US" sz="1200" baseline="-25000" dirty="0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1872695" y="5459520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82" name="TextBox 19"/>
            <p:cNvSpPr txBox="1"/>
            <p:nvPr/>
          </p:nvSpPr>
          <p:spPr>
            <a:xfrm>
              <a:off x="1113053" y="5228058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17</a:t>
              </a:r>
              <a:endParaRPr lang="ko-KR" altLang="en-US" sz="1200" baseline="-25000" dirty="0"/>
            </a:p>
          </p:txBody>
        </p:sp>
        <p:cxnSp>
          <p:nvCxnSpPr>
            <p:cNvPr id="183" name="직선 연결선 182"/>
            <p:cNvCxnSpPr/>
            <p:nvPr/>
          </p:nvCxnSpPr>
          <p:spPr>
            <a:xfrm>
              <a:off x="740675" y="526595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TextBox 183"/>
            <p:cNvSpPr txBox="1"/>
            <p:nvPr/>
          </p:nvSpPr>
          <p:spPr>
            <a:xfrm>
              <a:off x="671230" y="5228058"/>
              <a:ext cx="1059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17</a:t>
              </a:r>
              <a:endParaRPr lang="ko-KR" altLang="en-US" sz="1200" baseline="-25000" dirty="0"/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1872695" y="5220413"/>
              <a:ext cx="504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/>
                <a:t>xxx</a:t>
              </a:r>
              <a:endParaRPr lang="ko-KR" altLang="en-US" sz="1200" dirty="0"/>
            </a:p>
          </p:txBody>
        </p:sp>
        <p:sp>
          <p:nvSpPr>
            <p:cNvPr id="186" name="TextBox 19"/>
            <p:cNvSpPr txBox="1"/>
            <p:nvPr/>
          </p:nvSpPr>
          <p:spPr>
            <a:xfrm>
              <a:off x="1109472" y="4994838"/>
              <a:ext cx="957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       ptr</a:t>
              </a:r>
              <a:r>
                <a:rPr lang="en-US" altLang="ko-KR" sz="1200" baseline="-25000" dirty="0" smtClean="0"/>
                <a:t>19</a:t>
              </a:r>
              <a:endParaRPr lang="ko-KR" altLang="en-US" sz="1200" baseline="-25000" dirty="0"/>
            </a:p>
          </p:txBody>
        </p:sp>
        <p:cxnSp>
          <p:nvCxnSpPr>
            <p:cNvPr id="187" name="직선 연결선 186"/>
            <p:cNvCxnSpPr/>
            <p:nvPr/>
          </p:nvCxnSpPr>
          <p:spPr>
            <a:xfrm>
              <a:off x="740675" y="5032730"/>
              <a:ext cx="151216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TextBox 187"/>
            <p:cNvSpPr txBox="1"/>
            <p:nvPr/>
          </p:nvSpPr>
          <p:spPr>
            <a:xfrm>
              <a:off x="671230" y="4994838"/>
              <a:ext cx="10593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smtClean="0"/>
                <a:t>inorder( )</a:t>
              </a:r>
              <a:r>
                <a:rPr lang="en-US" altLang="ko-KR" sz="1200" baseline="-25000" dirty="0" smtClean="0"/>
                <a:t>19</a:t>
              </a:r>
              <a:endParaRPr lang="ko-KR" altLang="en-US" sz="1200" baseline="-25000" dirty="0"/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1950141" y="5005792"/>
              <a:ext cx="3344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FF0000"/>
                  </a:solidFill>
                </a:rPr>
                <a:t>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90" name="TextBox 189"/>
          <p:cNvSpPr txBox="1"/>
          <p:nvPr/>
        </p:nvSpPr>
        <p:spPr>
          <a:xfrm>
            <a:off x="6358929" y="6120196"/>
            <a:ext cx="17199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The number of calls of inorder?</a:t>
            </a:r>
            <a:endParaRPr lang="ko-KR" altLang="en-US" sz="1600" baseline="-25000" dirty="0">
              <a:solidFill>
                <a:srgbClr val="0066FF"/>
              </a:solidFill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62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" grpId="0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35472</TotalTime>
  <Words>1223</Words>
  <Application>Microsoft Office PowerPoint</Application>
  <PresentationFormat>화면 슬라이드 쇼(4:3)</PresentationFormat>
  <Paragraphs>627</Paragraphs>
  <Slides>10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함초롬바탕</vt:lpstr>
      <vt:lpstr>Arial</vt:lpstr>
      <vt:lpstr>Times New Roman</vt:lpstr>
      <vt:lpstr>Office 테마</vt:lpstr>
      <vt:lpstr>Understanding of in-order traversal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basic</dc:creator>
  <cp:lastModifiedBy>Gisook Jung</cp:lastModifiedBy>
  <cp:revision>989</cp:revision>
  <dcterms:created xsi:type="dcterms:W3CDTF">2013-02-19T09:03:15Z</dcterms:created>
  <dcterms:modified xsi:type="dcterms:W3CDTF">2021-03-03T06:36:43Z</dcterms:modified>
</cp:coreProperties>
</file>