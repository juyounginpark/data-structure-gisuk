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"/>
  </p:notesMasterIdLst>
  <p:sldIdLst>
    <p:sldId id="505" r:id="rId2"/>
    <p:sldId id="50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008000"/>
    <a:srgbClr val="FF7C80"/>
    <a:srgbClr val="C3D69B"/>
    <a:srgbClr val="FAC090"/>
    <a:srgbClr val="000000"/>
    <a:srgbClr val="EBF1DE"/>
    <a:srgbClr val="CC00CC"/>
    <a:srgbClr val="3366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473" autoAdjust="0"/>
    <p:restoredTop sz="95383" autoAdjust="0"/>
  </p:normalViewPr>
  <p:slideViewPr>
    <p:cSldViewPr>
      <p:cViewPr varScale="1">
        <p:scale>
          <a:sx n="115" d="100"/>
          <a:sy n="115" d="100"/>
        </p:scale>
        <p:origin x="184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516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B2E366-8F93-4A08-8EE9-610E344C998D}" type="datetimeFigureOut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48D3C-6DB9-410D-AB91-1B8DC82144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849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smtClean="0"/>
              <a:t>We can verify that </a:t>
            </a:r>
            <a:r>
              <a:rPr lang="en-US" altLang="ko-KR" b="1" smtClean="0"/>
              <a:t>dfs(v0)</a:t>
            </a:r>
            <a:r>
              <a:rPr lang="en-US" altLang="ko-KR" b="1" baseline="0" smtClean="0"/>
              <a:t> visits</a:t>
            </a:r>
            <a:r>
              <a:rPr lang="ko-KR" altLang="en-US" b="1" baseline="0" smtClean="0"/>
              <a:t> </a:t>
            </a:r>
            <a:r>
              <a:rPr lang="en-US" altLang="ko-KR" b="1" baseline="0" smtClean="0"/>
              <a:t>all vertices connected to v0</a:t>
            </a:r>
            <a:r>
              <a:rPr lang="en-US" altLang="ko-KR" baseline="0" smtClean="0"/>
              <a:t>. </a:t>
            </a:r>
          </a:p>
          <a:p>
            <a:r>
              <a:rPr lang="en-US" altLang="ko-KR" baseline="0" smtClean="0"/>
              <a:t>This means that </a:t>
            </a:r>
            <a:r>
              <a:rPr lang="en-US" altLang="ko-KR" b="1" baseline="0" smtClean="0"/>
              <a:t>all the vertices visited</a:t>
            </a:r>
            <a:r>
              <a:rPr lang="en-US" altLang="ko-KR" baseline="0" smtClean="0"/>
              <a:t>, together with all edges in G incident to these vertices, </a:t>
            </a:r>
            <a:r>
              <a:rPr lang="en-US" altLang="ko-KR" b="1" baseline="0" smtClean="0"/>
              <a:t>form a connected component of G</a:t>
            </a:r>
            <a:r>
              <a:rPr lang="en-US" altLang="ko-KR" baseline="0" smtClean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5196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b="0" baseline="0" dirty="0" smtClean="0"/>
              <a:t>As was true of dfs, </a:t>
            </a:r>
            <a:r>
              <a:rPr lang="en-US" altLang="ko-KR" b="1" baseline="0" dirty="0" smtClean="0"/>
              <a:t>all the vertices visited</a:t>
            </a:r>
            <a:r>
              <a:rPr lang="en-US" altLang="ko-KR" baseline="0" dirty="0" smtClean="0"/>
              <a:t>, together with all edges incident to them, </a:t>
            </a:r>
            <a:r>
              <a:rPr lang="en-US" altLang="ko-KR" b="1" baseline="0" dirty="0" smtClean="0"/>
              <a:t>form a connected component of G</a:t>
            </a:r>
            <a:r>
              <a:rPr lang="en-US" altLang="ko-KR" baseline="0" dirty="0" smtClean="0"/>
              <a:t>.</a:t>
            </a:r>
            <a:endParaRPr lang="ko-KR" altLang="en-US" dirty="0" smtClean="0"/>
          </a:p>
          <a:p>
            <a:endParaRPr lang="ko-KR" altLang="en-US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148D3C-6DB9-410D-AB91-1B8DC821449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55196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algn="ctr">
              <a:defRPr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59CF4-6470-4BAF-B762-0EB2C8216B5E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110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836712"/>
            <a:ext cx="8229600" cy="5616624"/>
          </a:xfrm>
        </p:spPr>
        <p:txBody>
          <a:bodyPr/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3DDD-7C67-476D-B662-675D3A7403E7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70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DA138-6C7F-4783-B331-27B5B7CCD7BA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446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D812A-94B1-4B37-9942-51B2A7F93E44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0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E5C08-6ADC-47C3-9E61-BCFF2834E270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162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BD993-1E34-41DF-9E82-85CC809403F5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5176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5376D-D12B-439E-8FBA-7D1D4CF37DC9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4431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223DE-5705-4CBF-BF8C-FEB585702231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8331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7E967A-4F47-4A12-B2E8-402D587977C8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2128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35CD4-C24B-454B-8ED2-9181DF515431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975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119D-7176-4BA0-A349-94F64EC9E607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6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63408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836712"/>
            <a:ext cx="8229600" cy="5616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6AC521-7634-41AA-A3F4-D125BA47DB5C}" type="datetime1">
              <a:rPr lang="ko-KR" altLang="en-US" smtClean="0"/>
              <a:t>2023-11-15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44825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4482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A4EB2-B217-4A5E-B3C9-DB6AEFEA4B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0907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600" b="1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 baseline="0">
          <a:solidFill>
            <a:schemeClr val="tx1"/>
          </a:solidFill>
          <a:latin typeface="Times New Roman" pitchFamily="18" charset="0"/>
          <a:ea typeface="함초롬바탕" pitchFamily="18" charset="-127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 smtClean="0"/>
              <a:t>dfs(0)</a:t>
            </a:r>
            <a:endParaRPr lang="ko-KR" altLang="en-US" i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1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980728"/>
            <a:ext cx="5457140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868144" y="249289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output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215552"/>
              </p:ext>
            </p:extLst>
          </p:nvPr>
        </p:nvGraphicFramePr>
        <p:xfrm>
          <a:off x="6659268" y="2952702"/>
          <a:ext cx="2134466" cy="62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[5]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[6]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[7]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868144" y="3140968"/>
            <a:ext cx="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visited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2812866"/>
            <a:ext cx="86409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7851" y="815979"/>
            <a:ext cx="4657725" cy="1604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7092280" y="5621178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92280" y="5338553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92280" y="5013176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92280" y="4725144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(7)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92280" y="4305870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0232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84268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36296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2320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38789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92380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8568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6436" y="254515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96236" y="5949280"/>
            <a:ext cx="20882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&lt;system stack&gt;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1403648" y="3018438"/>
            <a:ext cx="432048" cy="338554"/>
            <a:chOff x="1619672" y="2487841"/>
            <a:chExt cx="432048" cy="338554"/>
          </a:xfrm>
          <a:noFill/>
        </p:grpSpPr>
        <p:sp>
          <p:nvSpPr>
            <p:cNvPr id="36" name="TextBox 35"/>
            <p:cNvSpPr txBox="1"/>
            <p:nvPr/>
          </p:nvSpPr>
          <p:spPr>
            <a:xfrm>
              <a:off x="1619672" y="24878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cxnSp>
          <p:nvCxnSpPr>
            <p:cNvPr id="19" name="직선 화살표 연결선 18"/>
            <p:cNvCxnSpPr/>
            <p:nvPr/>
          </p:nvCxnSpPr>
          <p:spPr>
            <a:xfrm>
              <a:off x="1810296" y="2687314"/>
              <a:ext cx="169069" cy="13908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/>
          <p:cNvGrpSpPr/>
          <p:nvPr/>
        </p:nvGrpSpPr>
        <p:grpSpPr>
          <a:xfrm>
            <a:off x="1403648" y="3342588"/>
            <a:ext cx="432048" cy="355754"/>
            <a:chOff x="1590619" y="2470641"/>
            <a:chExt cx="432048" cy="355754"/>
          </a:xfrm>
          <a:noFill/>
        </p:grpSpPr>
        <p:sp>
          <p:nvSpPr>
            <p:cNvPr id="60" name="TextBox 59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/>
          <p:cNvGrpSpPr/>
          <p:nvPr/>
        </p:nvGrpSpPr>
        <p:grpSpPr>
          <a:xfrm>
            <a:off x="2411760" y="3333988"/>
            <a:ext cx="432048" cy="355754"/>
            <a:chOff x="1590619" y="2470641"/>
            <a:chExt cx="432048" cy="355754"/>
          </a:xfrm>
          <a:noFill/>
        </p:grpSpPr>
        <p:sp>
          <p:nvSpPr>
            <p:cNvPr id="66" name="TextBox 65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cxnSp>
          <p:nvCxnSpPr>
            <p:cNvPr id="67" name="직선 화살표 연결선 66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/>
          <p:cNvGrpSpPr/>
          <p:nvPr/>
        </p:nvGrpSpPr>
        <p:grpSpPr>
          <a:xfrm>
            <a:off x="1434676" y="4009350"/>
            <a:ext cx="432048" cy="355754"/>
            <a:chOff x="1590619" y="2470641"/>
            <a:chExt cx="432048" cy="355754"/>
          </a:xfrm>
          <a:noFill/>
        </p:grpSpPr>
        <p:sp>
          <p:nvSpPr>
            <p:cNvPr id="69" name="TextBox 6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cxnSp>
          <p:nvCxnSpPr>
            <p:cNvPr id="70" name="직선 화살표 연결선 6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682383" y="3244548"/>
            <a:ext cx="22987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44" y="3244548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85738" y="3244548"/>
            <a:ext cx="18260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0352" y="3244548"/>
            <a:ext cx="2201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28384" y="3244548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267" y="3244548"/>
            <a:ext cx="1883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6446" y="3244548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2444288" y="4009350"/>
            <a:ext cx="432048" cy="355754"/>
            <a:chOff x="1590619" y="2470641"/>
            <a:chExt cx="432048" cy="355754"/>
          </a:xfrm>
          <a:noFill/>
        </p:grpSpPr>
        <p:sp>
          <p:nvSpPr>
            <p:cNvPr id="72" name="TextBox 7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3</a:t>
              </a: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그룹 73"/>
          <p:cNvGrpSpPr/>
          <p:nvPr/>
        </p:nvGrpSpPr>
        <p:grpSpPr>
          <a:xfrm>
            <a:off x="1391374" y="5310050"/>
            <a:ext cx="432048" cy="355754"/>
            <a:chOff x="1590619" y="2470641"/>
            <a:chExt cx="432048" cy="355754"/>
          </a:xfrm>
          <a:noFill/>
        </p:grpSpPr>
        <p:sp>
          <p:nvSpPr>
            <p:cNvPr id="75" name="TextBox 7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그룹 76"/>
          <p:cNvGrpSpPr/>
          <p:nvPr/>
        </p:nvGrpSpPr>
        <p:grpSpPr>
          <a:xfrm>
            <a:off x="2411760" y="5310050"/>
            <a:ext cx="432048" cy="355754"/>
            <a:chOff x="1590619" y="2470641"/>
            <a:chExt cx="432048" cy="355754"/>
          </a:xfrm>
          <a:noFill/>
        </p:grpSpPr>
        <p:sp>
          <p:nvSpPr>
            <p:cNvPr id="78" name="TextBox 77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cxnSp>
          <p:nvCxnSpPr>
            <p:cNvPr id="79" name="직선 화살표 연결선 78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1403648" y="4305870"/>
            <a:ext cx="432048" cy="355754"/>
            <a:chOff x="1590619" y="2470641"/>
            <a:chExt cx="432048" cy="355754"/>
          </a:xfrm>
          <a:noFill/>
        </p:grpSpPr>
        <p:sp>
          <p:nvSpPr>
            <p:cNvPr id="81" name="TextBox 80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  <p:cxnSp>
          <p:nvCxnSpPr>
            <p:cNvPr id="82" name="직선 화살표 연결선 81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/>
          <p:cNvGrpSpPr/>
          <p:nvPr/>
        </p:nvGrpSpPr>
        <p:grpSpPr>
          <a:xfrm>
            <a:off x="2418287" y="4305870"/>
            <a:ext cx="432048" cy="355754"/>
            <a:chOff x="1590619" y="2470641"/>
            <a:chExt cx="432048" cy="355754"/>
          </a:xfrm>
          <a:noFill/>
        </p:grpSpPr>
        <p:sp>
          <p:nvSpPr>
            <p:cNvPr id="84" name="TextBox 83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4</a:t>
              </a:r>
            </a:p>
          </p:txBody>
        </p:sp>
        <p:cxnSp>
          <p:nvCxnSpPr>
            <p:cNvPr id="85" name="직선 화살표 연결선 84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3491880" y="45155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3" name="모서리가 둥근 직사각형 62"/>
          <p:cNvSpPr/>
          <p:nvPr/>
        </p:nvSpPr>
        <p:spPr>
          <a:xfrm>
            <a:off x="7141702" y="4365104"/>
            <a:ext cx="829390" cy="40243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3491880" y="5301208"/>
            <a:ext cx="432048" cy="355754"/>
            <a:chOff x="1590619" y="2470641"/>
            <a:chExt cx="432048" cy="355754"/>
          </a:xfrm>
          <a:noFill/>
        </p:grpSpPr>
        <p:sp>
          <p:nvSpPr>
            <p:cNvPr id="92" name="TextBox 9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cxnSp>
          <p:nvCxnSpPr>
            <p:cNvPr id="93" name="직선 화살표 연결선 9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>
          <a:xfrm>
            <a:off x="7092280" y="4407495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(5)</a:t>
            </a:r>
          </a:p>
        </p:txBody>
      </p:sp>
      <p:grpSp>
        <p:nvGrpSpPr>
          <p:cNvPr id="94" name="그룹 93"/>
          <p:cNvGrpSpPr/>
          <p:nvPr/>
        </p:nvGrpSpPr>
        <p:grpSpPr>
          <a:xfrm>
            <a:off x="1403648" y="4636755"/>
            <a:ext cx="432048" cy="355754"/>
            <a:chOff x="1590619" y="2470641"/>
            <a:chExt cx="432048" cy="355754"/>
          </a:xfrm>
          <a:noFill/>
        </p:grpSpPr>
        <p:sp>
          <p:nvSpPr>
            <p:cNvPr id="95" name="TextBox 9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</a:p>
          </p:txBody>
        </p:sp>
        <p:cxnSp>
          <p:nvCxnSpPr>
            <p:cNvPr id="96" name="직선 화살표 연결선 9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7" name="TextBox 96"/>
          <p:cNvSpPr txBox="1"/>
          <p:nvPr/>
        </p:nvSpPr>
        <p:spPr>
          <a:xfrm>
            <a:off x="7092280" y="4132896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(2)</a:t>
            </a:r>
          </a:p>
        </p:txBody>
      </p:sp>
      <p:grpSp>
        <p:nvGrpSpPr>
          <p:cNvPr id="98" name="그룹 97"/>
          <p:cNvGrpSpPr/>
          <p:nvPr/>
        </p:nvGrpSpPr>
        <p:grpSpPr>
          <a:xfrm>
            <a:off x="1403648" y="3689742"/>
            <a:ext cx="432048" cy="355754"/>
            <a:chOff x="1590619" y="2470641"/>
            <a:chExt cx="432048" cy="355754"/>
          </a:xfrm>
          <a:noFill/>
        </p:grpSpPr>
        <p:sp>
          <p:nvSpPr>
            <p:cNvPr id="99" name="TextBox 9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cxnSp>
          <p:nvCxnSpPr>
            <p:cNvPr id="100" name="직선 화살표 연결선 9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그룹 100"/>
          <p:cNvGrpSpPr/>
          <p:nvPr/>
        </p:nvGrpSpPr>
        <p:grpSpPr>
          <a:xfrm>
            <a:off x="2411760" y="3689742"/>
            <a:ext cx="432048" cy="355754"/>
            <a:chOff x="1590619" y="2470641"/>
            <a:chExt cx="432048" cy="355754"/>
          </a:xfrm>
          <a:noFill/>
        </p:grpSpPr>
        <p:sp>
          <p:nvSpPr>
            <p:cNvPr id="102" name="TextBox 10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cxnSp>
          <p:nvCxnSpPr>
            <p:cNvPr id="103" name="직선 화살표 연결선 10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그룹 103"/>
          <p:cNvGrpSpPr/>
          <p:nvPr/>
        </p:nvGrpSpPr>
        <p:grpSpPr>
          <a:xfrm>
            <a:off x="3486886" y="3689742"/>
            <a:ext cx="432048" cy="355754"/>
            <a:chOff x="1590619" y="2470641"/>
            <a:chExt cx="432048" cy="355754"/>
          </a:xfrm>
          <a:noFill/>
        </p:grpSpPr>
        <p:sp>
          <p:nvSpPr>
            <p:cNvPr id="105" name="TextBox 10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2</a:t>
              </a:r>
            </a:p>
          </p:txBody>
        </p:sp>
        <p:cxnSp>
          <p:nvCxnSpPr>
            <p:cNvPr id="106" name="직선 화살표 연결선 10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/>
          <p:cNvSpPr txBox="1"/>
          <p:nvPr/>
        </p:nvSpPr>
        <p:spPr>
          <a:xfrm>
            <a:off x="7092280" y="3826212"/>
            <a:ext cx="9282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i="1" dirty="0" err="1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dfs</a:t>
            </a:r>
            <a:r>
              <a:rPr lang="en-US" altLang="ko-KR" sz="2000" i="1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(6)</a:t>
            </a:r>
          </a:p>
        </p:txBody>
      </p:sp>
      <p:grpSp>
        <p:nvGrpSpPr>
          <p:cNvPr id="108" name="그룹 107"/>
          <p:cNvGrpSpPr/>
          <p:nvPr/>
        </p:nvGrpSpPr>
        <p:grpSpPr>
          <a:xfrm>
            <a:off x="1403648" y="4998367"/>
            <a:ext cx="432048" cy="355754"/>
            <a:chOff x="1590619" y="2470641"/>
            <a:chExt cx="432048" cy="355754"/>
          </a:xfrm>
          <a:noFill/>
        </p:grpSpPr>
        <p:sp>
          <p:nvSpPr>
            <p:cNvPr id="109" name="TextBox 10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  <p:cxnSp>
          <p:nvCxnSpPr>
            <p:cNvPr id="110" name="직선 화살표 연결선 10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그룹 110"/>
          <p:cNvGrpSpPr/>
          <p:nvPr/>
        </p:nvGrpSpPr>
        <p:grpSpPr>
          <a:xfrm>
            <a:off x="2411760" y="4998367"/>
            <a:ext cx="432048" cy="355754"/>
            <a:chOff x="1590619" y="2470641"/>
            <a:chExt cx="432048" cy="355754"/>
          </a:xfrm>
          <a:noFill/>
        </p:grpSpPr>
        <p:sp>
          <p:nvSpPr>
            <p:cNvPr id="112" name="TextBox 11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6</a:t>
              </a:r>
            </a:p>
          </p:txBody>
        </p:sp>
        <p:cxnSp>
          <p:nvCxnSpPr>
            <p:cNvPr id="113" name="직선 화살표 연결선 11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/>
          <p:cNvSpPr txBox="1"/>
          <p:nvPr/>
        </p:nvSpPr>
        <p:spPr>
          <a:xfrm>
            <a:off x="3491880" y="5132982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6" name="모서리가 둥근 직사각형 115"/>
          <p:cNvSpPr/>
          <p:nvPr/>
        </p:nvSpPr>
        <p:spPr>
          <a:xfrm>
            <a:off x="7141702" y="3890665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563368" y="387578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2" name="모서리가 둥근 직사각형 121"/>
          <p:cNvSpPr/>
          <p:nvPr/>
        </p:nvSpPr>
        <p:spPr>
          <a:xfrm>
            <a:off x="7164288" y="4149080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2413510" y="4636755"/>
            <a:ext cx="432048" cy="355754"/>
            <a:chOff x="1590619" y="2470641"/>
            <a:chExt cx="432048" cy="355754"/>
          </a:xfrm>
          <a:noFill/>
        </p:grpSpPr>
        <p:sp>
          <p:nvSpPr>
            <p:cNvPr id="125" name="TextBox 12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5</a:t>
              </a:r>
            </a:p>
          </p:txBody>
        </p:sp>
        <p:cxnSp>
          <p:nvCxnSpPr>
            <p:cNvPr id="126" name="직선 화살표 연결선 12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Box 126"/>
          <p:cNvSpPr txBox="1"/>
          <p:nvPr/>
        </p:nvSpPr>
        <p:spPr>
          <a:xfrm>
            <a:off x="3491880" y="485908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8" name="모서리가 둥근 직사각형 127"/>
          <p:cNvSpPr/>
          <p:nvPr/>
        </p:nvSpPr>
        <p:spPr>
          <a:xfrm>
            <a:off x="6982970" y="4452609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4556100" y="5301208"/>
            <a:ext cx="432048" cy="355754"/>
            <a:chOff x="1590619" y="2470641"/>
            <a:chExt cx="432048" cy="355754"/>
          </a:xfrm>
          <a:noFill/>
        </p:grpSpPr>
        <p:sp>
          <p:nvSpPr>
            <p:cNvPr id="130" name="TextBox 129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7</a:t>
              </a:r>
            </a:p>
          </p:txBody>
        </p:sp>
        <p:cxnSp>
          <p:nvCxnSpPr>
            <p:cNvPr id="131" name="직선 화살표 연결선 130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/>
          <p:cNvSpPr txBox="1"/>
          <p:nvPr/>
        </p:nvSpPr>
        <p:spPr>
          <a:xfrm>
            <a:off x="5614756" y="5534007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3" name="모서리가 둥근 직사각형 132"/>
          <p:cNvSpPr/>
          <p:nvPr/>
        </p:nvSpPr>
        <p:spPr>
          <a:xfrm>
            <a:off x="7141702" y="4797152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491880" y="421991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5" name="모서리가 둥근 직사각형 134"/>
          <p:cNvSpPr/>
          <p:nvPr/>
        </p:nvSpPr>
        <p:spPr>
          <a:xfrm>
            <a:off x="7141702" y="5028673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grpSp>
        <p:nvGrpSpPr>
          <p:cNvPr id="136" name="그룹 135"/>
          <p:cNvGrpSpPr/>
          <p:nvPr/>
        </p:nvGrpSpPr>
        <p:grpSpPr>
          <a:xfrm>
            <a:off x="3491880" y="3333988"/>
            <a:ext cx="432048" cy="355754"/>
            <a:chOff x="1590619" y="2470641"/>
            <a:chExt cx="432048" cy="355754"/>
          </a:xfrm>
          <a:noFill/>
        </p:grpSpPr>
        <p:sp>
          <p:nvSpPr>
            <p:cNvPr id="137" name="TextBox 136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1</a:t>
              </a:r>
            </a:p>
          </p:txBody>
        </p:sp>
        <p:cxnSp>
          <p:nvCxnSpPr>
            <p:cNvPr id="138" name="직선 화살표 연결선 137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extBox 138"/>
          <p:cNvSpPr txBox="1"/>
          <p:nvPr/>
        </p:nvSpPr>
        <p:spPr>
          <a:xfrm>
            <a:off x="4563368" y="3562198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0" name="모서리가 둥근 직사각형 139"/>
          <p:cNvSpPr/>
          <p:nvPr/>
        </p:nvSpPr>
        <p:spPr>
          <a:xfrm>
            <a:off x="7141702" y="5373216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2483768" y="2996952"/>
            <a:ext cx="432048" cy="338554"/>
            <a:chOff x="1619672" y="2487841"/>
            <a:chExt cx="432048" cy="338554"/>
          </a:xfrm>
          <a:noFill/>
        </p:grpSpPr>
        <p:sp>
          <p:nvSpPr>
            <p:cNvPr id="142" name="TextBox 141"/>
            <p:cNvSpPr txBox="1"/>
            <p:nvPr/>
          </p:nvSpPr>
          <p:spPr>
            <a:xfrm>
              <a:off x="1619672" y="24878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r>
                <a:rPr lang="en-US" altLang="ko-KR" sz="1600" baseline="-250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0</a:t>
              </a:r>
            </a:p>
          </p:txBody>
        </p:sp>
        <p:cxnSp>
          <p:nvCxnSpPr>
            <p:cNvPr id="143" name="직선 화살표 연결선 142"/>
            <p:cNvCxnSpPr/>
            <p:nvPr/>
          </p:nvCxnSpPr>
          <p:spPr>
            <a:xfrm>
              <a:off x="1810296" y="2687314"/>
              <a:ext cx="169069" cy="13908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TextBox 143"/>
          <p:cNvSpPr txBox="1"/>
          <p:nvPr/>
        </p:nvSpPr>
        <p:spPr>
          <a:xfrm>
            <a:off x="3491880" y="3140968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5" name="모서리가 둥근 직사각형 144"/>
          <p:cNvSpPr/>
          <p:nvPr/>
        </p:nvSpPr>
        <p:spPr>
          <a:xfrm>
            <a:off x="7092280" y="5676745"/>
            <a:ext cx="829390" cy="3445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000">
              <a:solidFill>
                <a:srgbClr val="0066FF"/>
              </a:solidFill>
            </a:endParaRPr>
          </a:p>
        </p:txBody>
      </p:sp>
      <p:sp>
        <p:nvSpPr>
          <p:cNvPr id="5" name="타원 4"/>
          <p:cNvSpPr/>
          <p:nvPr/>
        </p:nvSpPr>
        <p:spPr>
          <a:xfrm>
            <a:off x="2840590" y="102593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/>
          <p:cNvSpPr/>
          <p:nvPr/>
        </p:nvSpPr>
        <p:spPr>
          <a:xfrm>
            <a:off x="2302139" y="1484784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/>
          <p:cNvSpPr/>
          <p:nvPr/>
        </p:nvSpPr>
        <p:spPr>
          <a:xfrm>
            <a:off x="2051720" y="191431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/>
          <p:cNvSpPr/>
          <p:nvPr/>
        </p:nvSpPr>
        <p:spPr>
          <a:xfrm>
            <a:off x="2568925" y="192696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/>
          <p:cNvSpPr/>
          <p:nvPr/>
        </p:nvSpPr>
        <p:spPr>
          <a:xfrm>
            <a:off x="2852714" y="2347496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3132368" y="1905844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타원 146"/>
          <p:cNvSpPr/>
          <p:nvPr/>
        </p:nvSpPr>
        <p:spPr>
          <a:xfrm>
            <a:off x="3659244" y="1929860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8" name="타원 147"/>
          <p:cNvSpPr/>
          <p:nvPr/>
        </p:nvSpPr>
        <p:spPr>
          <a:xfrm>
            <a:off x="3398614" y="1479216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9" name="직사각형 148"/>
          <p:cNvSpPr/>
          <p:nvPr/>
        </p:nvSpPr>
        <p:spPr>
          <a:xfrm>
            <a:off x="4716016" y="1340768"/>
            <a:ext cx="1620180" cy="354472"/>
          </a:xfrm>
          <a:prstGeom prst="rect">
            <a:avLst/>
          </a:prstGeom>
          <a:solidFill>
            <a:srgbClr val="C3D69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0" name="직사각형 149"/>
          <p:cNvSpPr/>
          <p:nvPr/>
        </p:nvSpPr>
        <p:spPr>
          <a:xfrm>
            <a:off x="5103428" y="2091871"/>
            <a:ext cx="1556804" cy="177236"/>
          </a:xfrm>
          <a:prstGeom prst="rect">
            <a:avLst/>
          </a:prstGeom>
          <a:solidFill>
            <a:srgbClr val="C3D69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588224" y="6237312"/>
            <a:ext cx="25112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※ push/pop of the activation record of dfs()</a:t>
            </a:r>
            <a:endParaRPr lang="ko-KR" altLang="en-US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6970415" y="3254787"/>
            <a:ext cx="1938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4" name="직선 연결선 33"/>
          <p:cNvCxnSpPr>
            <a:stCxn id="5" idx="3"/>
            <a:endCxn id="118" idx="7"/>
          </p:cNvCxnSpPr>
          <p:nvPr/>
        </p:nvCxnSpPr>
        <p:spPr>
          <a:xfrm flipH="1">
            <a:off x="2489273" y="1210319"/>
            <a:ext cx="383424" cy="306101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/>
          <p:cNvCxnSpPr/>
          <p:nvPr/>
        </p:nvCxnSpPr>
        <p:spPr>
          <a:xfrm flipH="1">
            <a:off x="2191265" y="1691128"/>
            <a:ext cx="161788" cy="236526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연결선 152"/>
          <p:cNvCxnSpPr/>
          <p:nvPr/>
        </p:nvCxnSpPr>
        <p:spPr>
          <a:xfrm>
            <a:off x="2242234" y="2083633"/>
            <a:ext cx="601227" cy="329017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직선 연결선 153"/>
          <p:cNvCxnSpPr>
            <a:endCxn id="123" idx="1"/>
          </p:cNvCxnSpPr>
          <p:nvPr/>
        </p:nvCxnSpPr>
        <p:spPr>
          <a:xfrm>
            <a:off x="2730534" y="2124872"/>
            <a:ext cx="154287" cy="254260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직선 연결선 154"/>
          <p:cNvCxnSpPr/>
          <p:nvPr/>
        </p:nvCxnSpPr>
        <p:spPr>
          <a:xfrm flipH="1">
            <a:off x="3006811" y="2107558"/>
            <a:ext cx="158033" cy="256027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연결선 156"/>
          <p:cNvCxnSpPr/>
          <p:nvPr/>
        </p:nvCxnSpPr>
        <p:spPr>
          <a:xfrm>
            <a:off x="3570803" y="1674762"/>
            <a:ext cx="160938" cy="244654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연결선 157"/>
          <p:cNvCxnSpPr/>
          <p:nvPr/>
        </p:nvCxnSpPr>
        <p:spPr>
          <a:xfrm flipH="1">
            <a:off x="3278660" y="1670934"/>
            <a:ext cx="158033" cy="256027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937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/>
      <p:bldP spid="23" grpId="0"/>
      <p:bldP spid="24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10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7" grpId="0"/>
      <p:bldP spid="63" grpId="0" animBg="1"/>
      <p:bldP spid="25" grpId="0"/>
      <p:bldP spid="97" grpId="0"/>
      <p:bldP spid="107" grpId="0"/>
      <p:bldP spid="114" grpId="0"/>
      <p:bldP spid="116" grpId="0" animBg="1"/>
      <p:bldP spid="121" grpId="0"/>
      <p:bldP spid="122" grpId="0" animBg="1"/>
      <p:bldP spid="127" grpId="0"/>
      <p:bldP spid="128" grpId="0" animBg="1"/>
      <p:bldP spid="132" grpId="0"/>
      <p:bldP spid="133" grpId="0" animBg="1"/>
      <p:bldP spid="134" grpId="0"/>
      <p:bldP spid="135" grpId="0" animBg="1"/>
      <p:bldP spid="139" grpId="0"/>
      <p:bldP spid="140" grpId="0" animBg="1"/>
      <p:bldP spid="144" grpId="0"/>
      <p:bldP spid="145" grpId="0" animBg="1"/>
      <p:bldP spid="5" grpId="0" animBg="1"/>
      <p:bldP spid="118" grpId="0" animBg="1"/>
      <p:bldP spid="119" grpId="0" animBg="1"/>
      <p:bldP spid="120" grpId="0" animBg="1"/>
      <p:bldP spid="123" grpId="0" animBg="1"/>
      <p:bldP spid="146" grpId="0" animBg="1"/>
      <p:bldP spid="147" grpId="0" animBg="1"/>
      <p:bldP spid="148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i="1" dirty="0" err="1"/>
              <a:t>b</a:t>
            </a:r>
            <a:r>
              <a:rPr lang="en-US" altLang="ko-KR" i="1" dirty="0" err="1" smtClean="0"/>
              <a:t>fs</a:t>
            </a:r>
            <a:r>
              <a:rPr lang="en-US" altLang="ko-KR" i="1" dirty="0" smtClean="0"/>
              <a:t>(0)</a:t>
            </a:r>
            <a:endParaRPr lang="ko-KR" altLang="en-US" i="1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A4EB2-B217-4A5E-B3C9-DB6AEFEA4B02}" type="slidenum">
              <a:rPr lang="ko-KR" altLang="en-US" smtClean="0"/>
              <a:t>2</a:t>
            </a:fld>
            <a:endParaRPr lang="ko-KR" altLang="en-US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980728"/>
            <a:ext cx="5457140" cy="56166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904148" y="3593341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output 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849682"/>
              </p:ext>
            </p:extLst>
          </p:nvPr>
        </p:nvGraphicFramePr>
        <p:xfrm>
          <a:off x="6695272" y="4125155"/>
          <a:ext cx="2134466" cy="62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49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661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[0]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[1]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[2]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[3]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[4]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[5]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[6]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b="0" dirty="0" smtClean="0">
                          <a:solidFill>
                            <a:schemeClr val="tx1"/>
                          </a:solidFill>
                        </a:rPr>
                        <a:t>[7]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0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700" dirty="0" smtClean="0"/>
                        <a:t>0</a:t>
                      </a:r>
                      <a:endParaRPr lang="ko-KR" altLang="en-US" sz="7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04148" y="4313421"/>
            <a:ext cx="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visited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544" y="2812866"/>
            <a:ext cx="86409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2000" i="1" dirty="0" smtClean="0">
                <a:latin typeface="Times New Roman" pitchFamily="18" charset="0"/>
                <a:cs typeface="Times New Roman" pitchFamily="18" charset="0"/>
              </a:rPr>
              <a:t>graph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96236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0272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72300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88324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4793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28384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84572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2440" y="3645604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grpSp>
        <p:nvGrpSpPr>
          <p:cNvPr id="37" name="그룹 36"/>
          <p:cNvGrpSpPr/>
          <p:nvPr/>
        </p:nvGrpSpPr>
        <p:grpSpPr>
          <a:xfrm>
            <a:off x="1403648" y="3018438"/>
            <a:ext cx="432048" cy="338554"/>
            <a:chOff x="1619672" y="2487841"/>
            <a:chExt cx="432048" cy="338554"/>
          </a:xfrm>
          <a:noFill/>
        </p:grpSpPr>
        <p:sp>
          <p:nvSpPr>
            <p:cNvPr id="36" name="TextBox 35"/>
            <p:cNvSpPr txBox="1"/>
            <p:nvPr/>
          </p:nvSpPr>
          <p:spPr>
            <a:xfrm>
              <a:off x="1619672" y="24878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9" name="직선 화살표 연결선 18"/>
            <p:cNvCxnSpPr/>
            <p:nvPr/>
          </p:nvCxnSpPr>
          <p:spPr>
            <a:xfrm>
              <a:off x="1810296" y="2687314"/>
              <a:ext cx="169069" cy="13908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9" name="그룹 58"/>
          <p:cNvGrpSpPr/>
          <p:nvPr/>
        </p:nvGrpSpPr>
        <p:grpSpPr>
          <a:xfrm>
            <a:off x="1403648" y="3342588"/>
            <a:ext cx="432048" cy="355754"/>
            <a:chOff x="1590619" y="2470641"/>
            <a:chExt cx="432048" cy="355754"/>
          </a:xfrm>
          <a:noFill/>
        </p:grpSpPr>
        <p:sp>
          <p:nvSpPr>
            <p:cNvPr id="60" name="TextBox 59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1" name="직선 화살표 연결선 60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그룹 64"/>
          <p:cNvGrpSpPr/>
          <p:nvPr/>
        </p:nvGrpSpPr>
        <p:grpSpPr>
          <a:xfrm>
            <a:off x="2411760" y="3333988"/>
            <a:ext cx="432048" cy="355754"/>
            <a:chOff x="1590619" y="2470641"/>
            <a:chExt cx="432048" cy="355754"/>
          </a:xfrm>
          <a:noFill/>
        </p:grpSpPr>
        <p:sp>
          <p:nvSpPr>
            <p:cNvPr id="66" name="TextBox 65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7" name="직선 화살표 연결선 66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" name="그룹 67"/>
          <p:cNvGrpSpPr/>
          <p:nvPr/>
        </p:nvGrpSpPr>
        <p:grpSpPr>
          <a:xfrm>
            <a:off x="1434676" y="4009350"/>
            <a:ext cx="432048" cy="355754"/>
            <a:chOff x="1590619" y="2470641"/>
            <a:chExt cx="432048" cy="355754"/>
          </a:xfrm>
          <a:noFill/>
        </p:grpSpPr>
        <p:sp>
          <p:nvSpPr>
            <p:cNvPr id="69" name="TextBox 6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0" name="직선 화살표 연결선 6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/>
          <p:cNvSpPr txBox="1"/>
          <p:nvPr/>
        </p:nvSpPr>
        <p:spPr>
          <a:xfrm>
            <a:off x="6718387" y="4417001"/>
            <a:ext cx="229877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06419" y="4417001"/>
            <a:ext cx="1938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58448" y="4417001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21742" y="4417001"/>
            <a:ext cx="18260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6356" y="4417001"/>
            <a:ext cx="220173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endParaRPr lang="en-US" altLang="ko-KR" sz="1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64388" y="4417001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8271" y="4417001"/>
            <a:ext cx="188329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450" y="4417001"/>
            <a:ext cx="162018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ko-KR" sz="1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</a:t>
            </a:r>
          </a:p>
        </p:txBody>
      </p:sp>
      <p:grpSp>
        <p:nvGrpSpPr>
          <p:cNvPr id="71" name="그룹 70"/>
          <p:cNvGrpSpPr/>
          <p:nvPr/>
        </p:nvGrpSpPr>
        <p:grpSpPr>
          <a:xfrm>
            <a:off x="2444288" y="4009350"/>
            <a:ext cx="432048" cy="355754"/>
            <a:chOff x="1590619" y="2470641"/>
            <a:chExt cx="432048" cy="355754"/>
          </a:xfrm>
          <a:noFill/>
        </p:grpSpPr>
        <p:sp>
          <p:nvSpPr>
            <p:cNvPr id="72" name="TextBox 7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3" name="직선 화살표 연결선 7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4" name="그룹 73"/>
          <p:cNvGrpSpPr/>
          <p:nvPr/>
        </p:nvGrpSpPr>
        <p:grpSpPr>
          <a:xfrm>
            <a:off x="1391374" y="5310050"/>
            <a:ext cx="432048" cy="355754"/>
            <a:chOff x="1590619" y="2470641"/>
            <a:chExt cx="432048" cy="355754"/>
          </a:xfrm>
          <a:noFill/>
        </p:grpSpPr>
        <p:sp>
          <p:nvSpPr>
            <p:cNvPr id="75" name="TextBox 7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6" name="직선 화살표 연결선 7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7" name="그룹 76"/>
          <p:cNvGrpSpPr/>
          <p:nvPr/>
        </p:nvGrpSpPr>
        <p:grpSpPr>
          <a:xfrm>
            <a:off x="2411760" y="5310050"/>
            <a:ext cx="432048" cy="355754"/>
            <a:chOff x="1590619" y="2470641"/>
            <a:chExt cx="432048" cy="355754"/>
          </a:xfrm>
          <a:noFill/>
        </p:grpSpPr>
        <p:sp>
          <p:nvSpPr>
            <p:cNvPr id="78" name="TextBox 77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9" name="직선 화살표 연결선 78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그룹 79"/>
          <p:cNvGrpSpPr/>
          <p:nvPr/>
        </p:nvGrpSpPr>
        <p:grpSpPr>
          <a:xfrm>
            <a:off x="1403648" y="4305870"/>
            <a:ext cx="432048" cy="355754"/>
            <a:chOff x="1590619" y="2470641"/>
            <a:chExt cx="432048" cy="355754"/>
          </a:xfrm>
          <a:noFill/>
        </p:grpSpPr>
        <p:sp>
          <p:nvSpPr>
            <p:cNvPr id="81" name="TextBox 80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82" name="직선 화살표 연결선 81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3" name="그룹 82"/>
          <p:cNvGrpSpPr/>
          <p:nvPr/>
        </p:nvGrpSpPr>
        <p:grpSpPr>
          <a:xfrm>
            <a:off x="2418287" y="4305870"/>
            <a:ext cx="432048" cy="355754"/>
            <a:chOff x="1590619" y="2470641"/>
            <a:chExt cx="432048" cy="355754"/>
          </a:xfrm>
          <a:noFill/>
        </p:grpSpPr>
        <p:sp>
          <p:nvSpPr>
            <p:cNvPr id="84" name="TextBox 83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85" name="직선 화살표 연결선 84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7" name="TextBox 86"/>
          <p:cNvSpPr txBox="1"/>
          <p:nvPr/>
        </p:nvSpPr>
        <p:spPr>
          <a:xfrm>
            <a:off x="3491880" y="451559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91" name="그룹 90"/>
          <p:cNvGrpSpPr/>
          <p:nvPr/>
        </p:nvGrpSpPr>
        <p:grpSpPr>
          <a:xfrm>
            <a:off x="3491880" y="5301208"/>
            <a:ext cx="432048" cy="355754"/>
            <a:chOff x="1590619" y="2470641"/>
            <a:chExt cx="432048" cy="355754"/>
          </a:xfrm>
          <a:noFill/>
        </p:grpSpPr>
        <p:sp>
          <p:nvSpPr>
            <p:cNvPr id="92" name="TextBox 9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3" name="직선 화살표 연결선 9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" name="그룹 93"/>
          <p:cNvGrpSpPr/>
          <p:nvPr/>
        </p:nvGrpSpPr>
        <p:grpSpPr>
          <a:xfrm>
            <a:off x="1403648" y="4636755"/>
            <a:ext cx="432048" cy="355754"/>
            <a:chOff x="1590619" y="2470641"/>
            <a:chExt cx="432048" cy="355754"/>
          </a:xfrm>
          <a:noFill/>
        </p:grpSpPr>
        <p:sp>
          <p:nvSpPr>
            <p:cNvPr id="95" name="TextBox 9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96" name="직선 화살표 연결선 9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" name="그룹 97"/>
          <p:cNvGrpSpPr/>
          <p:nvPr/>
        </p:nvGrpSpPr>
        <p:grpSpPr>
          <a:xfrm>
            <a:off x="1403648" y="3689742"/>
            <a:ext cx="432048" cy="355754"/>
            <a:chOff x="1590619" y="2470641"/>
            <a:chExt cx="432048" cy="355754"/>
          </a:xfrm>
          <a:noFill/>
        </p:grpSpPr>
        <p:sp>
          <p:nvSpPr>
            <p:cNvPr id="99" name="TextBox 9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0" name="직선 화살표 연결선 9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1" name="그룹 100"/>
          <p:cNvGrpSpPr/>
          <p:nvPr/>
        </p:nvGrpSpPr>
        <p:grpSpPr>
          <a:xfrm>
            <a:off x="2411760" y="3689742"/>
            <a:ext cx="432048" cy="355754"/>
            <a:chOff x="1590619" y="2470641"/>
            <a:chExt cx="432048" cy="355754"/>
          </a:xfrm>
          <a:noFill/>
        </p:grpSpPr>
        <p:sp>
          <p:nvSpPr>
            <p:cNvPr id="102" name="TextBox 10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3" name="직선 화살표 연결선 10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4" name="그룹 103"/>
          <p:cNvGrpSpPr/>
          <p:nvPr/>
        </p:nvGrpSpPr>
        <p:grpSpPr>
          <a:xfrm>
            <a:off x="3486886" y="3689742"/>
            <a:ext cx="432048" cy="355754"/>
            <a:chOff x="1590619" y="2470641"/>
            <a:chExt cx="432048" cy="355754"/>
          </a:xfrm>
          <a:noFill/>
        </p:grpSpPr>
        <p:sp>
          <p:nvSpPr>
            <p:cNvPr id="105" name="TextBox 10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06" name="직선 화살표 연결선 10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8" name="그룹 107"/>
          <p:cNvGrpSpPr/>
          <p:nvPr/>
        </p:nvGrpSpPr>
        <p:grpSpPr>
          <a:xfrm>
            <a:off x="1403648" y="4998367"/>
            <a:ext cx="432048" cy="355754"/>
            <a:chOff x="1590619" y="2470641"/>
            <a:chExt cx="432048" cy="355754"/>
          </a:xfrm>
          <a:noFill/>
        </p:grpSpPr>
        <p:sp>
          <p:nvSpPr>
            <p:cNvPr id="109" name="TextBox 108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10" name="직선 화살표 연결선 109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1" name="그룹 110"/>
          <p:cNvGrpSpPr/>
          <p:nvPr/>
        </p:nvGrpSpPr>
        <p:grpSpPr>
          <a:xfrm>
            <a:off x="2411760" y="4998367"/>
            <a:ext cx="432048" cy="355754"/>
            <a:chOff x="1590619" y="2470641"/>
            <a:chExt cx="432048" cy="355754"/>
          </a:xfrm>
          <a:noFill/>
        </p:grpSpPr>
        <p:sp>
          <p:nvSpPr>
            <p:cNvPr id="112" name="TextBox 111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13" name="직선 화살표 연결선 112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4" name="TextBox 113"/>
          <p:cNvSpPr txBox="1"/>
          <p:nvPr/>
        </p:nvSpPr>
        <p:spPr>
          <a:xfrm>
            <a:off x="3491880" y="5132982"/>
            <a:ext cx="9361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4563368" y="3875780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4" name="그룹 123"/>
          <p:cNvGrpSpPr/>
          <p:nvPr/>
        </p:nvGrpSpPr>
        <p:grpSpPr>
          <a:xfrm>
            <a:off x="2413510" y="4636755"/>
            <a:ext cx="432048" cy="355754"/>
            <a:chOff x="1590619" y="2470641"/>
            <a:chExt cx="432048" cy="355754"/>
          </a:xfrm>
          <a:noFill/>
        </p:grpSpPr>
        <p:sp>
          <p:nvSpPr>
            <p:cNvPr id="125" name="TextBox 124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26" name="직선 화살표 연결선 125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TextBox 126"/>
          <p:cNvSpPr txBox="1"/>
          <p:nvPr/>
        </p:nvSpPr>
        <p:spPr>
          <a:xfrm>
            <a:off x="3491880" y="4859086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29" name="그룹 128"/>
          <p:cNvGrpSpPr/>
          <p:nvPr/>
        </p:nvGrpSpPr>
        <p:grpSpPr>
          <a:xfrm>
            <a:off x="4556100" y="5301208"/>
            <a:ext cx="432048" cy="355754"/>
            <a:chOff x="1590619" y="2470641"/>
            <a:chExt cx="432048" cy="355754"/>
          </a:xfrm>
          <a:noFill/>
        </p:grpSpPr>
        <p:sp>
          <p:nvSpPr>
            <p:cNvPr id="130" name="TextBox 129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1" name="직선 화살표 연결선 130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2" name="TextBox 131"/>
          <p:cNvSpPr txBox="1"/>
          <p:nvPr/>
        </p:nvSpPr>
        <p:spPr>
          <a:xfrm>
            <a:off x="5614756" y="5534007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4" name="TextBox 133"/>
          <p:cNvSpPr txBox="1"/>
          <p:nvPr/>
        </p:nvSpPr>
        <p:spPr>
          <a:xfrm>
            <a:off x="3491880" y="4195827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36" name="그룹 135"/>
          <p:cNvGrpSpPr/>
          <p:nvPr/>
        </p:nvGrpSpPr>
        <p:grpSpPr>
          <a:xfrm>
            <a:off x="3491880" y="3333988"/>
            <a:ext cx="432048" cy="355754"/>
            <a:chOff x="1590619" y="2470641"/>
            <a:chExt cx="432048" cy="355754"/>
          </a:xfrm>
          <a:noFill/>
        </p:grpSpPr>
        <p:sp>
          <p:nvSpPr>
            <p:cNvPr id="137" name="TextBox 136"/>
            <p:cNvSpPr txBox="1"/>
            <p:nvPr/>
          </p:nvSpPr>
          <p:spPr>
            <a:xfrm>
              <a:off x="1590619" y="24706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38" name="직선 화살표 연결선 137"/>
            <p:cNvCxnSpPr/>
            <p:nvPr/>
          </p:nvCxnSpPr>
          <p:spPr>
            <a:xfrm>
              <a:off x="1806643" y="2681004"/>
              <a:ext cx="172722" cy="14539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9" name="TextBox 138"/>
          <p:cNvSpPr txBox="1"/>
          <p:nvPr/>
        </p:nvSpPr>
        <p:spPr>
          <a:xfrm>
            <a:off x="4563368" y="3562198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41" name="그룹 140"/>
          <p:cNvGrpSpPr/>
          <p:nvPr/>
        </p:nvGrpSpPr>
        <p:grpSpPr>
          <a:xfrm>
            <a:off x="2483768" y="2996952"/>
            <a:ext cx="432048" cy="338554"/>
            <a:chOff x="1619672" y="2487841"/>
            <a:chExt cx="432048" cy="338554"/>
          </a:xfrm>
          <a:noFill/>
        </p:grpSpPr>
        <p:sp>
          <p:nvSpPr>
            <p:cNvPr id="142" name="TextBox 141"/>
            <p:cNvSpPr txBox="1"/>
            <p:nvPr/>
          </p:nvSpPr>
          <p:spPr>
            <a:xfrm>
              <a:off x="1619672" y="2487841"/>
              <a:ext cx="432048" cy="33855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en-US" altLang="ko-KR" sz="1600" dirty="0" smtClean="0">
                  <a:solidFill>
                    <a:srgbClr val="0066FF"/>
                  </a:solidFill>
                  <a:latin typeface="Times New Roman" pitchFamily="18" charset="0"/>
                  <a:cs typeface="Times New Roman" pitchFamily="18" charset="0"/>
                </a:rPr>
                <a:t>w</a:t>
              </a:r>
              <a:endParaRPr lang="en-US" altLang="ko-KR" sz="1600" baseline="-250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143" name="직선 화살표 연결선 142"/>
            <p:cNvCxnSpPr/>
            <p:nvPr/>
          </p:nvCxnSpPr>
          <p:spPr>
            <a:xfrm>
              <a:off x="1810296" y="2687314"/>
              <a:ext cx="169069" cy="139081"/>
            </a:xfrm>
            <a:prstGeom prst="straightConnector1">
              <a:avLst/>
            </a:prstGeom>
            <a:grpFill/>
            <a:ln>
              <a:solidFill>
                <a:srgbClr val="0066F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4" name="TextBox 143"/>
          <p:cNvSpPr txBox="1"/>
          <p:nvPr/>
        </p:nvSpPr>
        <p:spPr>
          <a:xfrm>
            <a:off x="3491880" y="3140968"/>
            <a:ext cx="10801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w : </a:t>
            </a:r>
            <a:r>
              <a:rPr lang="en-US" altLang="ko-KR" sz="1050" dirty="0" smtClean="0">
                <a:solidFill>
                  <a:srgbClr val="0066FF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  <a:endParaRPr lang="en-US" altLang="ko-KR" sz="1400" dirty="0" smtClean="0">
              <a:solidFill>
                <a:srgbClr val="0066FF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타원 4"/>
          <p:cNvSpPr/>
          <p:nvPr/>
        </p:nvSpPr>
        <p:spPr>
          <a:xfrm>
            <a:off x="2840590" y="102593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8" name="타원 117"/>
          <p:cNvSpPr/>
          <p:nvPr/>
        </p:nvSpPr>
        <p:spPr>
          <a:xfrm>
            <a:off x="2302139" y="1484784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타원 118"/>
          <p:cNvSpPr/>
          <p:nvPr/>
        </p:nvSpPr>
        <p:spPr>
          <a:xfrm>
            <a:off x="2051720" y="191431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타원 119"/>
          <p:cNvSpPr/>
          <p:nvPr/>
        </p:nvSpPr>
        <p:spPr>
          <a:xfrm>
            <a:off x="2568925" y="1926961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3" name="타원 122"/>
          <p:cNvSpPr/>
          <p:nvPr/>
        </p:nvSpPr>
        <p:spPr>
          <a:xfrm>
            <a:off x="2852714" y="2347496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타원 145"/>
          <p:cNvSpPr/>
          <p:nvPr/>
        </p:nvSpPr>
        <p:spPr>
          <a:xfrm>
            <a:off x="3132368" y="1905844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7" name="타원 146"/>
          <p:cNvSpPr/>
          <p:nvPr/>
        </p:nvSpPr>
        <p:spPr>
          <a:xfrm>
            <a:off x="3659244" y="1929860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4125" y="262293"/>
            <a:ext cx="3644379" cy="30226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9" name="TextBox 148"/>
          <p:cNvSpPr txBox="1"/>
          <p:nvPr/>
        </p:nvSpPr>
        <p:spPr>
          <a:xfrm>
            <a:off x="6768244" y="5065439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092280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7344308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560332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46801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100392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5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56580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8604448" y="5036982"/>
            <a:ext cx="3240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732240" y="5065439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8" name="TextBox 157"/>
          <p:cNvSpPr txBox="1"/>
          <p:nvPr/>
        </p:nvSpPr>
        <p:spPr>
          <a:xfrm>
            <a:off x="7035543" y="5065439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9" name="TextBox 158"/>
          <p:cNvSpPr txBox="1"/>
          <p:nvPr/>
        </p:nvSpPr>
        <p:spPr>
          <a:xfrm>
            <a:off x="7272300" y="5045694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0" name="TextBox 159"/>
          <p:cNvSpPr txBox="1"/>
          <p:nvPr/>
        </p:nvSpPr>
        <p:spPr>
          <a:xfrm>
            <a:off x="7560332" y="4993431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2" name="TextBox 161"/>
          <p:cNvSpPr txBox="1"/>
          <p:nvPr/>
        </p:nvSpPr>
        <p:spPr>
          <a:xfrm>
            <a:off x="7812360" y="5065439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3" name="TextBox 162"/>
          <p:cNvSpPr txBox="1"/>
          <p:nvPr/>
        </p:nvSpPr>
        <p:spPr>
          <a:xfrm>
            <a:off x="8064388" y="5065439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8280412" y="5065439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5" name="TextBox 164"/>
          <p:cNvSpPr txBox="1"/>
          <p:nvPr/>
        </p:nvSpPr>
        <p:spPr>
          <a:xfrm>
            <a:off x="8676456" y="5045694"/>
            <a:ext cx="32403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altLang="ko-KR" sz="14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5937989" y="4967589"/>
            <a:ext cx="81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 smtClean="0">
                <a:latin typeface="Times New Roman" pitchFamily="18" charset="0"/>
                <a:cs typeface="Times New Roman" pitchFamily="18" charset="0"/>
              </a:rPr>
              <a:t>queue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5652120" y="886690"/>
            <a:ext cx="1764196" cy="526474"/>
          </a:xfrm>
          <a:prstGeom prst="rect">
            <a:avLst/>
          </a:prstGeom>
          <a:solidFill>
            <a:srgbClr val="C3D69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직사각형 166"/>
          <p:cNvSpPr/>
          <p:nvPr/>
        </p:nvSpPr>
        <p:spPr>
          <a:xfrm>
            <a:off x="6325120" y="2192271"/>
            <a:ext cx="2513354" cy="526474"/>
          </a:xfrm>
          <a:prstGeom prst="rect">
            <a:avLst/>
          </a:prstGeom>
          <a:solidFill>
            <a:srgbClr val="C3D69B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167"/>
          <p:cNvSpPr/>
          <p:nvPr/>
        </p:nvSpPr>
        <p:spPr>
          <a:xfrm>
            <a:off x="5652120" y="1437571"/>
            <a:ext cx="1278142" cy="149657"/>
          </a:xfrm>
          <a:prstGeom prst="rect">
            <a:avLst/>
          </a:prstGeom>
          <a:solidFill>
            <a:schemeClr val="accent6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2" name="직선 연결선 121"/>
          <p:cNvCxnSpPr/>
          <p:nvPr/>
        </p:nvCxnSpPr>
        <p:spPr>
          <a:xfrm flipH="1">
            <a:off x="2489273" y="1210319"/>
            <a:ext cx="383424" cy="306101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연결선 127"/>
          <p:cNvCxnSpPr/>
          <p:nvPr/>
        </p:nvCxnSpPr>
        <p:spPr>
          <a:xfrm flipH="1">
            <a:off x="2191265" y="1691128"/>
            <a:ext cx="161788" cy="236526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직선 연결선 132"/>
          <p:cNvCxnSpPr/>
          <p:nvPr/>
        </p:nvCxnSpPr>
        <p:spPr>
          <a:xfrm>
            <a:off x="2242234" y="2083633"/>
            <a:ext cx="601227" cy="329017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직선 연결선 144"/>
          <p:cNvCxnSpPr/>
          <p:nvPr/>
        </p:nvCxnSpPr>
        <p:spPr>
          <a:xfrm>
            <a:off x="3570803" y="1674762"/>
            <a:ext cx="160938" cy="244654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/>
          <p:cNvSpPr/>
          <p:nvPr/>
        </p:nvSpPr>
        <p:spPr>
          <a:xfrm>
            <a:off x="5958154" y="1620411"/>
            <a:ext cx="1278142" cy="149657"/>
          </a:xfrm>
          <a:prstGeom prst="rect">
            <a:avLst/>
          </a:prstGeom>
          <a:solidFill>
            <a:schemeClr val="accent5">
              <a:lumMod val="60000"/>
              <a:lumOff val="4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69" name="직선 연결선 168"/>
          <p:cNvCxnSpPr/>
          <p:nvPr/>
        </p:nvCxnSpPr>
        <p:spPr>
          <a:xfrm>
            <a:off x="2465703" y="1672701"/>
            <a:ext cx="154287" cy="254260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직선 연결선 169"/>
          <p:cNvCxnSpPr>
            <a:endCxn id="148" idx="1"/>
          </p:cNvCxnSpPr>
          <p:nvPr/>
        </p:nvCxnSpPr>
        <p:spPr>
          <a:xfrm>
            <a:off x="3055224" y="1210319"/>
            <a:ext cx="375497" cy="300533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/>
          <p:nvPr/>
        </p:nvCxnSpPr>
        <p:spPr>
          <a:xfrm flipH="1">
            <a:off x="3276529" y="1691128"/>
            <a:ext cx="154192" cy="235664"/>
          </a:xfrm>
          <a:prstGeom prst="line">
            <a:avLst/>
          </a:prstGeom>
          <a:ln w="38100">
            <a:solidFill>
              <a:srgbClr val="FF7C8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타원 147"/>
          <p:cNvSpPr/>
          <p:nvPr/>
        </p:nvSpPr>
        <p:spPr>
          <a:xfrm>
            <a:off x="3398614" y="1479216"/>
            <a:ext cx="219241" cy="216024"/>
          </a:xfrm>
          <a:prstGeom prst="ellipse">
            <a:avLst/>
          </a:prstGeom>
          <a:solidFill>
            <a:srgbClr val="FAC090">
              <a:alpha val="3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783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>
                      <p:stCondLst>
                        <p:cond delay="indefinite"/>
                      </p:stCondLst>
                      <p:childTnLst>
                        <p:par>
                          <p:cTn id="190" fill="hold">
                            <p:stCondLst>
                              <p:cond delay="0"/>
                            </p:stCondLst>
                            <p:childTnLst>
                              <p:par>
                                <p:cTn id="1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>
                      <p:stCondLst>
                        <p:cond delay="indefinite"/>
                      </p:stCondLst>
                      <p:childTnLst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>
                      <p:stCondLst>
                        <p:cond delay="indefinite"/>
                      </p:stCondLst>
                      <p:childTnLst>
                        <p:par>
                          <p:cTn id="222" fill="hold">
                            <p:stCondLst>
                              <p:cond delay="0"/>
                            </p:stCondLst>
                            <p:childTnLst>
                              <p:par>
                                <p:cTn id="2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87" grpId="0"/>
      <p:bldP spid="114" grpId="0"/>
      <p:bldP spid="121" grpId="0"/>
      <p:bldP spid="127" grpId="0"/>
      <p:bldP spid="132" grpId="0"/>
      <p:bldP spid="134" grpId="0"/>
      <p:bldP spid="139" grpId="0"/>
      <p:bldP spid="144" grpId="0"/>
      <p:bldP spid="5" grpId="0" animBg="1"/>
      <p:bldP spid="118" grpId="0" animBg="1"/>
      <p:bldP spid="119" grpId="0" animBg="1"/>
      <p:bldP spid="120" grpId="0" animBg="1"/>
      <p:bldP spid="123" grpId="0" animBg="1"/>
      <p:bldP spid="146" grpId="0" animBg="1"/>
      <p:bldP spid="147" grpId="0" animBg="1"/>
      <p:bldP spid="149" grpId="0"/>
      <p:bldP spid="150" grpId="0"/>
      <p:bldP spid="151" grpId="0"/>
      <p:bldP spid="152" grpId="0"/>
      <p:bldP spid="153" grpId="0"/>
      <p:bldP spid="154" grpId="0"/>
      <p:bldP spid="155" grpId="0"/>
      <p:bldP spid="156" grpId="0"/>
      <p:bldP spid="157" grpId="0" animBg="1"/>
      <p:bldP spid="158" grpId="0" animBg="1"/>
      <p:bldP spid="159" grpId="0" animBg="1"/>
      <p:bldP spid="160" grpId="0" animBg="1"/>
      <p:bldP spid="162" grpId="0" animBg="1"/>
      <p:bldP spid="163" grpId="0" animBg="1"/>
      <p:bldP spid="164" grpId="0" animBg="1"/>
      <p:bldP spid="165" grpId="0" animBg="1"/>
      <p:bldP spid="148" grpId="0" animBg="1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36681</TotalTime>
  <Words>301</Words>
  <Application>Microsoft Office PowerPoint</Application>
  <PresentationFormat>화면 슬라이드 쇼(4:3)</PresentationFormat>
  <Paragraphs>154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함초롬바탕</vt:lpstr>
      <vt:lpstr>Arial</vt:lpstr>
      <vt:lpstr>Times New Roman</vt:lpstr>
      <vt:lpstr>Office 테마</vt:lpstr>
      <vt:lpstr>dfs(0)</vt:lpstr>
      <vt:lpstr>bfs(0)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basic</dc:creator>
  <cp:lastModifiedBy>Gisook Jung</cp:lastModifiedBy>
  <cp:revision>1120</cp:revision>
  <dcterms:created xsi:type="dcterms:W3CDTF">2013-02-19T09:03:15Z</dcterms:created>
  <dcterms:modified xsi:type="dcterms:W3CDTF">2023-11-15T03:31:28Z</dcterms:modified>
</cp:coreProperties>
</file>