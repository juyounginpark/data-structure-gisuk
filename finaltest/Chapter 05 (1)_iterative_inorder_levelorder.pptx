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sldIdLst>
    <p:sldId id="488" r:id="rId2"/>
    <p:sldId id="484" r:id="rId3"/>
    <p:sldId id="485" r:id="rId4"/>
    <p:sldId id="486" r:id="rId5"/>
    <p:sldId id="480" r:id="rId6"/>
    <p:sldId id="481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AC090"/>
    <a:srgbClr val="E9EFF7"/>
    <a:srgbClr val="008000"/>
    <a:srgbClr val="FDEADA"/>
    <a:srgbClr val="CC00CC"/>
    <a:srgbClr val="95B3D7"/>
    <a:srgbClr val="000000"/>
    <a:srgbClr val="FF7C80"/>
    <a:srgbClr val="C3D6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73" autoAdjust="0"/>
    <p:restoredTop sz="96523" autoAdjust="0"/>
  </p:normalViewPr>
  <p:slideViewPr>
    <p:cSldViewPr>
      <p:cViewPr varScale="1">
        <p:scale>
          <a:sx n="118" d="100"/>
          <a:sy n="118" d="100"/>
        </p:scale>
        <p:origin x="1766" y="86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B2E366-8F93-4A08-8EE9-610E344C998D}" type="datetimeFigureOut">
              <a:rPr lang="ko-KR" altLang="en-US" smtClean="0"/>
              <a:t>2023-10-31(Tue)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48D3C-6DB9-410D-AB91-1B8DC8214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849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148D3C-6DB9-410D-AB91-1B8DC821449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046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148D3C-6DB9-410D-AB91-1B8DC821449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336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148D3C-6DB9-410D-AB91-1B8DC821449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054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+*E*D/CAB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148D3C-6DB9-410D-AB91-1B8DC821449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9489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+*E*D/CAB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148D3C-6DB9-410D-AB91-1B8DC821449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4159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59CF4-6470-4BAF-B762-0EB2C8216B5E}" type="datetime1">
              <a:rPr lang="ko-KR" altLang="en-US" smtClean="0"/>
              <a:t>2023-10-31(Tue)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10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 b="1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616624"/>
          </a:xfrm>
        </p:spPr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3DDD-7C67-476D-B662-675D3A7403E7}" type="datetime1">
              <a:rPr lang="ko-KR" altLang="en-US" smtClean="0"/>
              <a:t>2023-10-31(Tue)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701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DA138-6C7F-4783-B331-27B5B7CCD7BA}" type="datetime1">
              <a:rPr lang="ko-KR" altLang="en-US" smtClean="0"/>
              <a:t>2023-10-31(Tue)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446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D812A-94B1-4B37-9942-51B2A7F93E44}" type="datetime1">
              <a:rPr lang="ko-KR" altLang="en-US" smtClean="0"/>
              <a:t>2023-10-31(Tue)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709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E5C08-6ADC-47C3-9E61-BCFF2834E270}" type="datetime1">
              <a:rPr lang="ko-KR" altLang="en-US" smtClean="0"/>
              <a:t>2023-10-31(Tue)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016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D993-1E34-41DF-9E82-85CC809403F5}" type="datetime1">
              <a:rPr lang="ko-KR" altLang="en-US" smtClean="0"/>
              <a:t>2023-10-31(Tue)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176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5376D-D12B-439E-8FBA-7D1D4CF37DC9}" type="datetime1">
              <a:rPr lang="ko-KR" altLang="en-US" smtClean="0"/>
              <a:t>2023-10-31(Tue)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431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223DE-5705-4CBF-BF8C-FEB585702231}" type="datetime1">
              <a:rPr lang="ko-KR" altLang="en-US" smtClean="0"/>
              <a:t>2023-10-31(Tue)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331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E967A-4F47-4A12-B2E8-402D587977C8}" type="datetime1">
              <a:rPr lang="ko-KR" altLang="en-US" smtClean="0"/>
              <a:t>2023-10-31(Tue)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128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5CD4-C24B-454B-8ED2-9181DF515431}" type="datetime1">
              <a:rPr lang="ko-KR" altLang="en-US" smtClean="0"/>
              <a:t>2023-10-31(Tue)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4975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1119D-7176-4BA0-A349-94F64EC9E607}" type="datetime1">
              <a:rPr lang="ko-KR" altLang="en-US" smtClean="0"/>
              <a:t>2023-10-31(Tue)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669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6340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836712"/>
            <a:ext cx="8229600" cy="5616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4482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C521-7634-41AA-A3F4-D125BA47DB5C}" type="datetime1">
              <a:rPr lang="ko-KR" altLang="en-US" smtClean="0"/>
              <a:t>2023-10-31(Tue)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4482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4482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907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600" b="1" kern="1200" baseline="0">
          <a:solidFill>
            <a:schemeClr val="tx1"/>
          </a:solidFill>
          <a:latin typeface="Times New Roman" pitchFamily="18" charset="0"/>
          <a:ea typeface="함초롬바탕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 baseline="0">
          <a:solidFill>
            <a:schemeClr val="tx1"/>
          </a:solidFill>
          <a:latin typeface="Times New Roman" pitchFamily="18" charset="0"/>
          <a:ea typeface="함초롬바탕" pitchFamily="18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 baseline="0">
          <a:solidFill>
            <a:schemeClr val="tx1"/>
          </a:solidFill>
          <a:latin typeface="Times New Roman" pitchFamily="18" charset="0"/>
          <a:ea typeface="함초롬바탕" pitchFamily="18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 baseline="0">
          <a:solidFill>
            <a:schemeClr val="tx1"/>
          </a:solidFill>
          <a:latin typeface="Times New Roman" pitchFamily="18" charset="0"/>
          <a:ea typeface="함초롬바탕" pitchFamily="18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Times New Roman" pitchFamily="18" charset="0"/>
          <a:ea typeface="함초롬바탕" pitchFamily="18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 baseline="0">
          <a:solidFill>
            <a:schemeClr val="tx1"/>
          </a:solidFill>
          <a:latin typeface="Times New Roman" pitchFamily="18" charset="0"/>
          <a:ea typeface="함초롬바탕" pitchFamily="18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Traversals using i</a:t>
            </a:r>
            <a:r>
              <a:rPr lang="en-US" altLang="ko-KR" dirty="0" smtClean="0"/>
              <a:t>terative method</a:t>
            </a:r>
            <a:endParaRPr lang="ko-KR" altLang="en-US" dirty="0"/>
          </a:p>
        </p:txBody>
      </p:sp>
      <p:sp>
        <p:nvSpPr>
          <p:cNvPr id="4" name="부제목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ko-KR" sz="2800" dirty="0" smtClean="0"/>
              <a:t>in-order traversal</a:t>
            </a:r>
            <a:endParaRPr lang="en-US" altLang="ko-KR" sz="2800" dirty="0" smtClean="0"/>
          </a:p>
          <a:p>
            <a:pPr algn="r"/>
            <a:r>
              <a:rPr lang="en-US" altLang="ko-KR" sz="2800" dirty="0" smtClean="0"/>
              <a:t>level-order traversal</a:t>
            </a:r>
            <a:endParaRPr lang="ko-KR" altLang="en-US" sz="28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4210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68" y="835597"/>
            <a:ext cx="4910587" cy="2829176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2</a:t>
            </a:fld>
            <a:endParaRPr lang="ko-KR" altLang="en-US" dirty="0"/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2909" y="1254366"/>
            <a:ext cx="1965061" cy="1358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476" name="그룹 19475"/>
          <p:cNvGrpSpPr/>
          <p:nvPr/>
        </p:nvGrpSpPr>
        <p:grpSpPr>
          <a:xfrm>
            <a:off x="7720872" y="791126"/>
            <a:ext cx="739560" cy="451138"/>
            <a:chOff x="7720872" y="791126"/>
            <a:chExt cx="739560" cy="451138"/>
          </a:xfrm>
        </p:grpSpPr>
        <p:sp>
          <p:nvSpPr>
            <p:cNvPr id="13" name="TextBox 12"/>
            <p:cNvSpPr txBox="1"/>
            <p:nvPr/>
          </p:nvSpPr>
          <p:spPr>
            <a:xfrm>
              <a:off x="7720872" y="791126"/>
              <a:ext cx="7395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1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4" name="직선 화살표 연결선 13"/>
            <p:cNvCxnSpPr/>
            <p:nvPr/>
          </p:nvCxnSpPr>
          <p:spPr>
            <a:xfrm flipH="1">
              <a:off x="7720872" y="1052736"/>
              <a:ext cx="144016" cy="189528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TextBox 102"/>
          <p:cNvSpPr txBox="1"/>
          <p:nvPr/>
        </p:nvSpPr>
        <p:spPr>
          <a:xfrm>
            <a:off x="179512" y="5618943"/>
            <a:ext cx="677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+mj-lt"/>
                <a:cs typeface="Times New Roman" pitchFamily="18" charset="0"/>
              </a:rPr>
              <a:t>node</a:t>
            </a:r>
            <a:endParaRPr lang="ko-KR" altLang="en-US" sz="1200" baseline="-25000" dirty="0">
              <a:latin typeface="+mj-lt"/>
              <a:cs typeface="Times New Roman" pitchFamily="18" charset="0"/>
            </a:endParaRPr>
          </a:p>
        </p:txBody>
      </p:sp>
      <p:grpSp>
        <p:nvGrpSpPr>
          <p:cNvPr id="19481" name="그룹 19480"/>
          <p:cNvGrpSpPr/>
          <p:nvPr/>
        </p:nvGrpSpPr>
        <p:grpSpPr>
          <a:xfrm>
            <a:off x="670944" y="3872081"/>
            <a:ext cx="677694" cy="2042865"/>
            <a:chOff x="742952" y="4005064"/>
            <a:chExt cx="677694" cy="2042865"/>
          </a:xfrm>
        </p:grpSpPr>
        <p:cxnSp>
          <p:nvCxnSpPr>
            <p:cNvPr id="16" name="직선 연결선 15"/>
            <p:cNvCxnSpPr/>
            <p:nvPr/>
          </p:nvCxnSpPr>
          <p:spPr>
            <a:xfrm>
              <a:off x="766012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>
              <a:off x="1283787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/>
          </p:nvCxnSpPr>
          <p:spPr>
            <a:xfrm>
              <a:off x="766012" y="5589240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>
            <a:xfrm>
              <a:off x="766012" y="535777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/>
            <p:nvPr/>
          </p:nvCxnSpPr>
          <p:spPr>
            <a:xfrm>
              <a:off x="766012" y="5118671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/>
            <p:cNvCxnSpPr/>
            <p:nvPr/>
          </p:nvCxnSpPr>
          <p:spPr>
            <a:xfrm>
              <a:off x="766012" y="4879564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/>
          </p:nvCxnSpPr>
          <p:spPr>
            <a:xfrm>
              <a:off x="766012" y="4640949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/>
            <p:cNvCxnSpPr/>
            <p:nvPr/>
          </p:nvCxnSpPr>
          <p:spPr>
            <a:xfrm>
              <a:off x="766012" y="440023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69" name="직사각형 19468"/>
            <p:cNvSpPr/>
            <p:nvPr/>
          </p:nvSpPr>
          <p:spPr>
            <a:xfrm>
              <a:off x="766012" y="5772106"/>
              <a:ext cx="517818" cy="23664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742952" y="5312241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1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742952" y="5770930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1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</p:grpSp>
      <p:grpSp>
        <p:nvGrpSpPr>
          <p:cNvPr id="19477" name="그룹 19476"/>
          <p:cNvGrpSpPr/>
          <p:nvPr/>
        </p:nvGrpSpPr>
        <p:grpSpPr>
          <a:xfrm>
            <a:off x="6981312" y="1029804"/>
            <a:ext cx="739560" cy="497305"/>
            <a:chOff x="6981312" y="1029804"/>
            <a:chExt cx="739560" cy="497305"/>
          </a:xfrm>
        </p:grpSpPr>
        <p:sp>
          <p:nvSpPr>
            <p:cNvPr id="105" name="TextBox 104"/>
            <p:cNvSpPr txBox="1"/>
            <p:nvPr/>
          </p:nvSpPr>
          <p:spPr>
            <a:xfrm>
              <a:off x="6981312" y="1029804"/>
              <a:ext cx="7395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2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06" name="직선 화살표 연결선 105"/>
            <p:cNvCxnSpPr>
              <a:stCxn id="105" idx="2"/>
            </p:cNvCxnSpPr>
            <p:nvPr/>
          </p:nvCxnSpPr>
          <p:spPr>
            <a:xfrm flipH="1">
              <a:off x="7340772" y="1337581"/>
              <a:ext cx="10320" cy="189528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" name="TextBox 120"/>
          <p:cNvSpPr txBox="1"/>
          <p:nvPr/>
        </p:nvSpPr>
        <p:spPr>
          <a:xfrm>
            <a:off x="179512" y="5179257"/>
            <a:ext cx="677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+mj-lt"/>
                <a:cs typeface="Times New Roman" pitchFamily="18" charset="0"/>
              </a:rPr>
              <a:t>stack</a:t>
            </a:r>
            <a:endParaRPr lang="ko-KR" altLang="en-US" sz="1200" baseline="-25000" dirty="0">
              <a:latin typeface="+mj-lt"/>
              <a:cs typeface="Times New Roman" pitchFamily="18" charset="0"/>
            </a:endParaRPr>
          </a:p>
        </p:txBody>
      </p:sp>
      <p:grpSp>
        <p:nvGrpSpPr>
          <p:cNvPr id="19482" name="그룹 19481"/>
          <p:cNvGrpSpPr/>
          <p:nvPr/>
        </p:nvGrpSpPr>
        <p:grpSpPr>
          <a:xfrm>
            <a:off x="1463032" y="3872081"/>
            <a:ext cx="677694" cy="2042865"/>
            <a:chOff x="1535040" y="4005064"/>
            <a:chExt cx="677694" cy="2042865"/>
          </a:xfrm>
        </p:grpSpPr>
        <p:cxnSp>
          <p:nvCxnSpPr>
            <p:cNvPr id="109" name="직선 연결선 108"/>
            <p:cNvCxnSpPr/>
            <p:nvPr/>
          </p:nvCxnSpPr>
          <p:spPr>
            <a:xfrm>
              <a:off x="1558100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연결선 109"/>
            <p:cNvCxnSpPr/>
            <p:nvPr/>
          </p:nvCxnSpPr>
          <p:spPr>
            <a:xfrm>
              <a:off x="2075875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연결선 110"/>
            <p:cNvCxnSpPr/>
            <p:nvPr/>
          </p:nvCxnSpPr>
          <p:spPr>
            <a:xfrm>
              <a:off x="1558100" y="5589240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연결선 111"/>
            <p:cNvCxnSpPr/>
            <p:nvPr/>
          </p:nvCxnSpPr>
          <p:spPr>
            <a:xfrm>
              <a:off x="1558100" y="535777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연결선 112"/>
            <p:cNvCxnSpPr/>
            <p:nvPr/>
          </p:nvCxnSpPr>
          <p:spPr>
            <a:xfrm>
              <a:off x="1558100" y="5118671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직선 연결선 113"/>
            <p:cNvCxnSpPr/>
            <p:nvPr/>
          </p:nvCxnSpPr>
          <p:spPr>
            <a:xfrm>
              <a:off x="1558100" y="4879564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직선 연결선 114"/>
            <p:cNvCxnSpPr/>
            <p:nvPr/>
          </p:nvCxnSpPr>
          <p:spPr>
            <a:xfrm>
              <a:off x="1558100" y="4640949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연결선 115"/>
            <p:cNvCxnSpPr/>
            <p:nvPr/>
          </p:nvCxnSpPr>
          <p:spPr>
            <a:xfrm>
              <a:off x="1558100" y="440023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직사각형 116"/>
            <p:cNvSpPr/>
            <p:nvPr/>
          </p:nvSpPr>
          <p:spPr>
            <a:xfrm>
              <a:off x="1558100" y="5772106"/>
              <a:ext cx="517818" cy="23664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1535040" y="5312241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1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1535040" y="5770930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2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1535040" y="5080779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2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</p:grpSp>
      <p:grpSp>
        <p:nvGrpSpPr>
          <p:cNvPr id="19483" name="그룹 19482"/>
          <p:cNvGrpSpPr/>
          <p:nvPr/>
        </p:nvGrpSpPr>
        <p:grpSpPr>
          <a:xfrm>
            <a:off x="2285392" y="3872081"/>
            <a:ext cx="677694" cy="2042865"/>
            <a:chOff x="2357400" y="4005064"/>
            <a:chExt cx="677694" cy="2042865"/>
          </a:xfrm>
        </p:grpSpPr>
        <p:cxnSp>
          <p:nvCxnSpPr>
            <p:cNvPr id="123" name="직선 연결선 122"/>
            <p:cNvCxnSpPr/>
            <p:nvPr/>
          </p:nvCxnSpPr>
          <p:spPr>
            <a:xfrm>
              <a:off x="2380460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직선 연결선 123"/>
            <p:cNvCxnSpPr/>
            <p:nvPr/>
          </p:nvCxnSpPr>
          <p:spPr>
            <a:xfrm>
              <a:off x="2898235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직선 연결선 124"/>
            <p:cNvCxnSpPr/>
            <p:nvPr/>
          </p:nvCxnSpPr>
          <p:spPr>
            <a:xfrm>
              <a:off x="2380460" y="5589240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직선 연결선 125"/>
            <p:cNvCxnSpPr/>
            <p:nvPr/>
          </p:nvCxnSpPr>
          <p:spPr>
            <a:xfrm>
              <a:off x="2380460" y="535777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직선 연결선 126"/>
            <p:cNvCxnSpPr/>
            <p:nvPr/>
          </p:nvCxnSpPr>
          <p:spPr>
            <a:xfrm>
              <a:off x="2380460" y="5118671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직선 연결선 127"/>
            <p:cNvCxnSpPr/>
            <p:nvPr/>
          </p:nvCxnSpPr>
          <p:spPr>
            <a:xfrm>
              <a:off x="2380460" y="4879564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직선 연결선 128"/>
            <p:cNvCxnSpPr/>
            <p:nvPr/>
          </p:nvCxnSpPr>
          <p:spPr>
            <a:xfrm>
              <a:off x="2380460" y="4640949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직선 연결선 129"/>
            <p:cNvCxnSpPr/>
            <p:nvPr/>
          </p:nvCxnSpPr>
          <p:spPr>
            <a:xfrm>
              <a:off x="2380460" y="440023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직사각형 130"/>
            <p:cNvSpPr/>
            <p:nvPr/>
          </p:nvSpPr>
          <p:spPr>
            <a:xfrm>
              <a:off x="2380460" y="5772106"/>
              <a:ext cx="517818" cy="23664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2357400" y="5312241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1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2357400" y="5770930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3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2357400" y="5080779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2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2357400" y="4869160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3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</p:grpSp>
      <p:grpSp>
        <p:nvGrpSpPr>
          <p:cNvPr id="19478" name="그룹 19477"/>
          <p:cNvGrpSpPr/>
          <p:nvPr/>
        </p:nvGrpSpPr>
        <p:grpSpPr>
          <a:xfrm>
            <a:off x="6640752" y="1347519"/>
            <a:ext cx="739560" cy="497305"/>
            <a:chOff x="6640752" y="1347519"/>
            <a:chExt cx="739560" cy="497305"/>
          </a:xfrm>
        </p:grpSpPr>
        <p:sp>
          <p:nvSpPr>
            <p:cNvPr id="136" name="TextBox 135"/>
            <p:cNvSpPr txBox="1"/>
            <p:nvPr/>
          </p:nvSpPr>
          <p:spPr>
            <a:xfrm>
              <a:off x="6640752" y="1347519"/>
              <a:ext cx="7395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3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37" name="직선 화살표 연결선 136"/>
            <p:cNvCxnSpPr>
              <a:stCxn id="136" idx="2"/>
            </p:cNvCxnSpPr>
            <p:nvPr/>
          </p:nvCxnSpPr>
          <p:spPr>
            <a:xfrm flipH="1">
              <a:off x="7000212" y="1655296"/>
              <a:ext cx="10320" cy="189528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484" name="그룹 19483"/>
          <p:cNvGrpSpPr/>
          <p:nvPr/>
        </p:nvGrpSpPr>
        <p:grpSpPr>
          <a:xfrm>
            <a:off x="3119216" y="3872081"/>
            <a:ext cx="677694" cy="2042865"/>
            <a:chOff x="3191224" y="4005064"/>
            <a:chExt cx="677694" cy="2042865"/>
          </a:xfrm>
        </p:grpSpPr>
        <p:cxnSp>
          <p:nvCxnSpPr>
            <p:cNvPr id="138" name="직선 연결선 137"/>
            <p:cNvCxnSpPr/>
            <p:nvPr/>
          </p:nvCxnSpPr>
          <p:spPr>
            <a:xfrm>
              <a:off x="3214284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직선 연결선 138"/>
            <p:cNvCxnSpPr/>
            <p:nvPr/>
          </p:nvCxnSpPr>
          <p:spPr>
            <a:xfrm>
              <a:off x="3732059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직선 연결선 139"/>
            <p:cNvCxnSpPr/>
            <p:nvPr/>
          </p:nvCxnSpPr>
          <p:spPr>
            <a:xfrm>
              <a:off x="3214284" y="5589240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직선 연결선 140"/>
            <p:cNvCxnSpPr/>
            <p:nvPr/>
          </p:nvCxnSpPr>
          <p:spPr>
            <a:xfrm>
              <a:off x="3214284" y="535777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직선 연결선 141"/>
            <p:cNvCxnSpPr/>
            <p:nvPr/>
          </p:nvCxnSpPr>
          <p:spPr>
            <a:xfrm>
              <a:off x="3214284" y="5118671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직선 연결선 142"/>
            <p:cNvCxnSpPr/>
            <p:nvPr/>
          </p:nvCxnSpPr>
          <p:spPr>
            <a:xfrm>
              <a:off x="3214284" y="4879564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직선 연결선 143"/>
            <p:cNvCxnSpPr/>
            <p:nvPr/>
          </p:nvCxnSpPr>
          <p:spPr>
            <a:xfrm>
              <a:off x="3214284" y="4640949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직선 연결선 144"/>
            <p:cNvCxnSpPr/>
            <p:nvPr/>
          </p:nvCxnSpPr>
          <p:spPr>
            <a:xfrm>
              <a:off x="3214284" y="440023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직사각형 145"/>
            <p:cNvSpPr/>
            <p:nvPr/>
          </p:nvSpPr>
          <p:spPr>
            <a:xfrm>
              <a:off x="3214284" y="5772106"/>
              <a:ext cx="517818" cy="23664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3191224" y="5312241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1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3191224" y="5770930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4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3191224" y="5080779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2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3191224" y="4869160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3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3191224" y="4606065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4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</p:grpSp>
      <p:grpSp>
        <p:nvGrpSpPr>
          <p:cNvPr id="19479" name="그룹 19478"/>
          <p:cNvGrpSpPr/>
          <p:nvPr/>
        </p:nvGrpSpPr>
        <p:grpSpPr>
          <a:xfrm>
            <a:off x="6300192" y="1563543"/>
            <a:ext cx="739560" cy="497305"/>
            <a:chOff x="6300192" y="1563543"/>
            <a:chExt cx="739560" cy="497305"/>
          </a:xfrm>
        </p:grpSpPr>
        <p:sp>
          <p:nvSpPr>
            <p:cNvPr id="152" name="TextBox 151"/>
            <p:cNvSpPr txBox="1"/>
            <p:nvPr/>
          </p:nvSpPr>
          <p:spPr>
            <a:xfrm>
              <a:off x="6300192" y="1563543"/>
              <a:ext cx="7395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4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53" name="직선 화살표 연결선 152"/>
            <p:cNvCxnSpPr>
              <a:stCxn id="152" idx="2"/>
            </p:cNvCxnSpPr>
            <p:nvPr/>
          </p:nvCxnSpPr>
          <p:spPr>
            <a:xfrm flipH="1">
              <a:off x="6659652" y="1871320"/>
              <a:ext cx="10320" cy="189528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485" name="그룹 19484"/>
          <p:cNvGrpSpPr/>
          <p:nvPr/>
        </p:nvGrpSpPr>
        <p:grpSpPr>
          <a:xfrm>
            <a:off x="3911304" y="3872081"/>
            <a:ext cx="677694" cy="2042865"/>
            <a:chOff x="3983312" y="4005064"/>
            <a:chExt cx="677694" cy="2042865"/>
          </a:xfrm>
        </p:grpSpPr>
        <p:cxnSp>
          <p:nvCxnSpPr>
            <p:cNvPr id="154" name="직선 연결선 153"/>
            <p:cNvCxnSpPr/>
            <p:nvPr/>
          </p:nvCxnSpPr>
          <p:spPr>
            <a:xfrm>
              <a:off x="4006372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/>
            <p:cNvCxnSpPr/>
            <p:nvPr/>
          </p:nvCxnSpPr>
          <p:spPr>
            <a:xfrm>
              <a:off x="4524147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/>
            <p:cNvCxnSpPr/>
            <p:nvPr/>
          </p:nvCxnSpPr>
          <p:spPr>
            <a:xfrm>
              <a:off x="4006372" y="5589240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/>
            <p:cNvCxnSpPr/>
            <p:nvPr/>
          </p:nvCxnSpPr>
          <p:spPr>
            <a:xfrm>
              <a:off x="4006372" y="535777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/>
            <p:cNvCxnSpPr/>
            <p:nvPr/>
          </p:nvCxnSpPr>
          <p:spPr>
            <a:xfrm>
              <a:off x="4006372" y="5118671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>
              <a:off x="4006372" y="4879564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/>
            <p:cNvCxnSpPr/>
            <p:nvPr/>
          </p:nvCxnSpPr>
          <p:spPr>
            <a:xfrm>
              <a:off x="4006372" y="4640949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>
              <a:off x="4006372" y="440023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직사각형 161"/>
            <p:cNvSpPr/>
            <p:nvPr/>
          </p:nvSpPr>
          <p:spPr>
            <a:xfrm>
              <a:off x="4006372" y="5772106"/>
              <a:ext cx="517818" cy="23664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3983312" y="5312241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1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3983312" y="5770930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5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3983312" y="5080779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2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3983312" y="4869160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3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3983312" y="4606065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4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3983312" y="4385151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5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</p:grpSp>
      <p:grpSp>
        <p:nvGrpSpPr>
          <p:cNvPr id="19480" name="그룹 19479"/>
          <p:cNvGrpSpPr/>
          <p:nvPr/>
        </p:nvGrpSpPr>
        <p:grpSpPr>
          <a:xfrm>
            <a:off x="5940732" y="1917753"/>
            <a:ext cx="739560" cy="497305"/>
            <a:chOff x="5940732" y="1917753"/>
            <a:chExt cx="739560" cy="497305"/>
          </a:xfrm>
        </p:grpSpPr>
        <p:sp>
          <p:nvSpPr>
            <p:cNvPr id="169" name="TextBox 168"/>
            <p:cNvSpPr txBox="1"/>
            <p:nvPr/>
          </p:nvSpPr>
          <p:spPr>
            <a:xfrm>
              <a:off x="5940732" y="1917753"/>
              <a:ext cx="7395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400" baseline="-25000" dirty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5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70" name="직선 화살표 연결선 169"/>
            <p:cNvCxnSpPr>
              <a:stCxn id="169" idx="2"/>
            </p:cNvCxnSpPr>
            <p:nvPr/>
          </p:nvCxnSpPr>
          <p:spPr>
            <a:xfrm flipH="1">
              <a:off x="6300192" y="2225530"/>
              <a:ext cx="10320" cy="189528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487" name="그룹 19486"/>
          <p:cNvGrpSpPr/>
          <p:nvPr/>
        </p:nvGrpSpPr>
        <p:grpSpPr>
          <a:xfrm>
            <a:off x="4716016" y="3872081"/>
            <a:ext cx="677694" cy="2042865"/>
            <a:chOff x="5655414" y="4005064"/>
            <a:chExt cx="677694" cy="2042865"/>
          </a:xfrm>
        </p:grpSpPr>
        <p:cxnSp>
          <p:nvCxnSpPr>
            <p:cNvPr id="186" name="직선 연결선 185"/>
            <p:cNvCxnSpPr/>
            <p:nvPr/>
          </p:nvCxnSpPr>
          <p:spPr>
            <a:xfrm>
              <a:off x="5678474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직선 연결선 186"/>
            <p:cNvCxnSpPr/>
            <p:nvPr/>
          </p:nvCxnSpPr>
          <p:spPr>
            <a:xfrm>
              <a:off x="6196249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직선 연결선 187"/>
            <p:cNvCxnSpPr/>
            <p:nvPr/>
          </p:nvCxnSpPr>
          <p:spPr>
            <a:xfrm>
              <a:off x="5678474" y="5589240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직선 연결선 188"/>
            <p:cNvCxnSpPr/>
            <p:nvPr/>
          </p:nvCxnSpPr>
          <p:spPr>
            <a:xfrm>
              <a:off x="5678474" y="535777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직선 연결선 189"/>
            <p:cNvCxnSpPr/>
            <p:nvPr/>
          </p:nvCxnSpPr>
          <p:spPr>
            <a:xfrm>
              <a:off x="5678474" y="5118671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직선 연결선 190"/>
            <p:cNvCxnSpPr/>
            <p:nvPr/>
          </p:nvCxnSpPr>
          <p:spPr>
            <a:xfrm>
              <a:off x="5678474" y="4879564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직선 연결선 191"/>
            <p:cNvCxnSpPr/>
            <p:nvPr/>
          </p:nvCxnSpPr>
          <p:spPr>
            <a:xfrm>
              <a:off x="5678474" y="4640949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직선 연결선 192"/>
            <p:cNvCxnSpPr/>
            <p:nvPr/>
          </p:nvCxnSpPr>
          <p:spPr>
            <a:xfrm>
              <a:off x="5678474" y="440023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직사각형 193"/>
            <p:cNvSpPr/>
            <p:nvPr/>
          </p:nvSpPr>
          <p:spPr>
            <a:xfrm>
              <a:off x="5678474" y="5772106"/>
              <a:ext cx="517818" cy="23664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5655414" y="5312241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1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196" name="TextBox 195"/>
            <p:cNvSpPr txBox="1"/>
            <p:nvPr/>
          </p:nvSpPr>
          <p:spPr>
            <a:xfrm>
              <a:off x="5804705" y="5770930"/>
              <a:ext cx="3388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0</a:t>
              </a:r>
              <a:endParaRPr lang="ko-KR" altLang="en-US" sz="12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5655414" y="5080779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2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198" name="TextBox 197"/>
            <p:cNvSpPr txBox="1"/>
            <p:nvPr/>
          </p:nvSpPr>
          <p:spPr>
            <a:xfrm>
              <a:off x="5655414" y="4869160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3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5655414" y="4606065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4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00" name="TextBox 199"/>
            <p:cNvSpPr txBox="1"/>
            <p:nvPr/>
          </p:nvSpPr>
          <p:spPr>
            <a:xfrm>
              <a:off x="5655414" y="4385151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5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</p:grpSp>
      <p:sp>
        <p:nvSpPr>
          <p:cNvPr id="201" name="TextBox 200"/>
          <p:cNvSpPr txBox="1"/>
          <p:nvPr/>
        </p:nvSpPr>
        <p:spPr>
          <a:xfrm>
            <a:off x="6053485" y="2395728"/>
            <a:ext cx="338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2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217" name="TextBox 216"/>
          <p:cNvSpPr txBox="1"/>
          <p:nvPr/>
        </p:nvSpPr>
        <p:spPr>
          <a:xfrm>
            <a:off x="179512" y="6032321"/>
            <a:ext cx="677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+mj-lt"/>
                <a:cs typeface="Times New Roman" pitchFamily="18" charset="0"/>
              </a:rPr>
              <a:t>output</a:t>
            </a:r>
            <a:endParaRPr lang="ko-KR" altLang="en-US" sz="1200" baseline="-25000" dirty="0">
              <a:latin typeface="+mj-lt"/>
              <a:cs typeface="Times New Roman" pitchFamily="18" charset="0"/>
            </a:endParaRPr>
          </a:p>
        </p:txBody>
      </p:sp>
      <p:grpSp>
        <p:nvGrpSpPr>
          <p:cNvPr id="255" name="그룹 254"/>
          <p:cNvGrpSpPr/>
          <p:nvPr/>
        </p:nvGrpSpPr>
        <p:grpSpPr>
          <a:xfrm>
            <a:off x="5570216" y="3872081"/>
            <a:ext cx="677694" cy="2005191"/>
            <a:chOff x="6509614" y="4005064"/>
            <a:chExt cx="677694" cy="2005191"/>
          </a:xfrm>
        </p:grpSpPr>
        <p:cxnSp>
          <p:nvCxnSpPr>
            <p:cNvPr id="202" name="직선 연결선 201"/>
            <p:cNvCxnSpPr/>
            <p:nvPr/>
          </p:nvCxnSpPr>
          <p:spPr>
            <a:xfrm>
              <a:off x="6532674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직선 연결선 202"/>
            <p:cNvCxnSpPr/>
            <p:nvPr/>
          </p:nvCxnSpPr>
          <p:spPr>
            <a:xfrm>
              <a:off x="7050449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직선 연결선 203"/>
            <p:cNvCxnSpPr/>
            <p:nvPr/>
          </p:nvCxnSpPr>
          <p:spPr>
            <a:xfrm>
              <a:off x="6532674" y="5589240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직선 연결선 204"/>
            <p:cNvCxnSpPr/>
            <p:nvPr/>
          </p:nvCxnSpPr>
          <p:spPr>
            <a:xfrm>
              <a:off x="6532674" y="535777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직선 연결선 205"/>
            <p:cNvCxnSpPr/>
            <p:nvPr/>
          </p:nvCxnSpPr>
          <p:spPr>
            <a:xfrm>
              <a:off x="6532674" y="5118671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직선 연결선 206"/>
            <p:cNvCxnSpPr/>
            <p:nvPr/>
          </p:nvCxnSpPr>
          <p:spPr>
            <a:xfrm>
              <a:off x="6532674" y="4879564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직선 연결선 207"/>
            <p:cNvCxnSpPr/>
            <p:nvPr/>
          </p:nvCxnSpPr>
          <p:spPr>
            <a:xfrm>
              <a:off x="6532674" y="4640949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직선 연결선 208"/>
            <p:cNvCxnSpPr/>
            <p:nvPr/>
          </p:nvCxnSpPr>
          <p:spPr>
            <a:xfrm>
              <a:off x="6532674" y="440023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직사각형 209"/>
            <p:cNvSpPr/>
            <p:nvPr/>
          </p:nvSpPr>
          <p:spPr>
            <a:xfrm>
              <a:off x="6532674" y="5772106"/>
              <a:ext cx="517818" cy="23664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6509614" y="5312241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1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6509614" y="5080779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2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6509614" y="4869160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3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6509614" y="4606065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4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6509614" y="5733256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5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</p:grpSp>
      <p:sp>
        <p:nvSpPr>
          <p:cNvPr id="218" name="TextBox 217"/>
          <p:cNvSpPr txBox="1"/>
          <p:nvPr/>
        </p:nvSpPr>
        <p:spPr>
          <a:xfrm>
            <a:off x="5741964" y="6032321"/>
            <a:ext cx="482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+mj-lt"/>
                <a:cs typeface="Times New Roman" pitchFamily="18" charset="0"/>
              </a:rPr>
              <a:t>A</a:t>
            </a:r>
            <a:endParaRPr lang="ko-KR" altLang="en-US" sz="1200" baseline="-25000" dirty="0">
              <a:latin typeface="+mj-lt"/>
              <a:cs typeface="Times New Roman" pitchFamily="18" charset="0"/>
            </a:endParaRPr>
          </a:p>
        </p:txBody>
      </p:sp>
      <p:grpSp>
        <p:nvGrpSpPr>
          <p:cNvPr id="253" name="그룹 252"/>
          <p:cNvGrpSpPr/>
          <p:nvPr/>
        </p:nvGrpSpPr>
        <p:grpSpPr>
          <a:xfrm>
            <a:off x="6426610" y="3872081"/>
            <a:ext cx="677694" cy="2042865"/>
            <a:chOff x="7408254" y="4005064"/>
            <a:chExt cx="677694" cy="2042865"/>
          </a:xfrm>
        </p:grpSpPr>
        <p:cxnSp>
          <p:nvCxnSpPr>
            <p:cNvPr id="219" name="직선 연결선 218"/>
            <p:cNvCxnSpPr/>
            <p:nvPr/>
          </p:nvCxnSpPr>
          <p:spPr>
            <a:xfrm>
              <a:off x="7431314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직선 연결선 219"/>
            <p:cNvCxnSpPr/>
            <p:nvPr/>
          </p:nvCxnSpPr>
          <p:spPr>
            <a:xfrm>
              <a:off x="7949089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직선 연결선 220"/>
            <p:cNvCxnSpPr/>
            <p:nvPr/>
          </p:nvCxnSpPr>
          <p:spPr>
            <a:xfrm>
              <a:off x="7431314" y="5589240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직선 연결선 221"/>
            <p:cNvCxnSpPr/>
            <p:nvPr/>
          </p:nvCxnSpPr>
          <p:spPr>
            <a:xfrm>
              <a:off x="7431314" y="535777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직선 연결선 222"/>
            <p:cNvCxnSpPr/>
            <p:nvPr/>
          </p:nvCxnSpPr>
          <p:spPr>
            <a:xfrm>
              <a:off x="7431314" y="5118671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직선 연결선 223"/>
            <p:cNvCxnSpPr/>
            <p:nvPr/>
          </p:nvCxnSpPr>
          <p:spPr>
            <a:xfrm>
              <a:off x="7431314" y="4879564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직선 연결선 224"/>
            <p:cNvCxnSpPr/>
            <p:nvPr/>
          </p:nvCxnSpPr>
          <p:spPr>
            <a:xfrm>
              <a:off x="7431314" y="4640949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직선 연결선 225"/>
            <p:cNvCxnSpPr/>
            <p:nvPr/>
          </p:nvCxnSpPr>
          <p:spPr>
            <a:xfrm>
              <a:off x="7431314" y="440023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직사각형 226"/>
            <p:cNvSpPr/>
            <p:nvPr/>
          </p:nvSpPr>
          <p:spPr>
            <a:xfrm>
              <a:off x="7431314" y="5772106"/>
              <a:ext cx="517818" cy="23664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8" name="TextBox 227"/>
            <p:cNvSpPr txBox="1"/>
            <p:nvPr/>
          </p:nvSpPr>
          <p:spPr>
            <a:xfrm>
              <a:off x="7408254" y="5312241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1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29" name="TextBox 228"/>
            <p:cNvSpPr txBox="1"/>
            <p:nvPr/>
          </p:nvSpPr>
          <p:spPr>
            <a:xfrm>
              <a:off x="7408254" y="5080779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2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30" name="TextBox 229"/>
            <p:cNvSpPr txBox="1"/>
            <p:nvPr/>
          </p:nvSpPr>
          <p:spPr>
            <a:xfrm>
              <a:off x="7408254" y="4869160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3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31" name="TextBox 230"/>
            <p:cNvSpPr txBox="1"/>
            <p:nvPr/>
          </p:nvSpPr>
          <p:spPr>
            <a:xfrm>
              <a:off x="7408254" y="4606065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4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34" name="TextBox 233"/>
            <p:cNvSpPr txBox="1"/>
            <p:nvPr/>
          </p:nvSpPr>
          <p:spPr>
            <a:xfrm>
              <a:off x="7551448" y="5770930"/>
              <a:ext cx="3388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0</a:t>
              </a:r>
              <a:endParaRPr lang="ko-KR" altLang="en-US" sz="12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</p:grpSp>
      <p:sp>
        <p:nvSpPr>
          <p:cNvPr id="235" name="TextBox 234"/>
          <p:cNvSpPr txBox="1"/>
          <p:nvPr/>
        </p:nvSpPr>
        <p:spPr>
          <a:xfrm>
            <a:off x="6321385" y="2395728"/>
            <a:ext cx="338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2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grpSp>
        <p:nvGrpSpPr>
          <p:cNvPr id="64" name="그룹 63"/>
          <p:cNvGrpSpPr/>
          <p:nvPr/>
        </p:nvGrpSpPr>
        <p:grpSpPr>
          <a:xfrm>
            <a:off x="7308444" y="3872081"/>
            <a:ext cx="677694" cy="2023090"/>
            <a:chOff x="8186993" y="4005064"/>
            <a:chExt cx="677694" cy="2023090"/>
          </a:xfrm>
        </p:grpSpPr>
        <p:cxnSp>
          <p:nvCxnSpPr>
            <p:cNvPr id="236" name="직선 연결선 235"/>
            <p:cNvCxnSpPr/>
            <p:nvPr/>
          </p:nvCxnSpPr>
          <p:spPr>
            <a:xfrm>
              <a:off x="8210053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직선 연결선 236"/>
            <p:cNvCxnSpPr/>
            <p:nvPr/>
          </p:nvCxnSpPr>
          <p:spPr>
            <a:xfrm>
              <a:off x="8727828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직선 연결선 237"/>
            <p:cNvCxnSpPr/>
            <p:nvPr/>
          </p:nvCxnSpPr>
          <p:spPr>
            <a:xfrm>
              <a:off x="8210053" y="5589240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직선 연결선 238"/>
            <p:cNvCxnSpPr/>
            <p:nvPr/>
          </p:nvCxnSpPr>
          <p:spPr>
            <a:xfrm>
              <a:off x="8210053" y="535777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직선 연결선 239"/>
            <p:cNvCxnSpPr/>
            <p:nvPr/>
          </p:nvCxnSpPr>
          <p:spPr>
            <a:xfrm>
              <a:off x="8210053" y="5118671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직선 연결선 240"/>
            <p:cNvCxnSpPr/>
            <p:nvPr/>
          </p:nvCxnSpPr>
          <p:spPr>
            <a:xfrm>
              <a:off x="8210053" y="4879564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직선 연결선 241"/>
            <p:cNvCxnSpPr/>
            <p:nvPr/>
          </p:nvCxnSpPr>
          <p:spPr>
            <a:xfrm>
              <a:off x="8210053" y="4640949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직선 연결선 242"/>
            <p:cNvCxnSpPr/>
            <p:nvPr/>
          </p:nvCxnSpPr>
          <p:spPr>
            <a:xfrm>
              <a:off x="8210053" y="440023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4" name="직사각형 243"/>
            <p:cNvSpPr/>
            <p:nvPr/>
          </p:nvSpPr>
          <p:spPr>
            <a:xfrm>
              <a:off x="8210053" y="5772106"/>
              <a:ext cx="517818" cy="23664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8186993" y="5312241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1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46" name="TextBox 245"/>
            <p:cNvSpPr txBox="1"/>
            <p:nvPr/>
          </p:nvSpPr>
          <p:spPr>
            <a:xfrm>
              <a:off x="8186993" y="5080779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2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47" name="TextBox 246"/>
            <p:cNvSpPr txBox="1"/>
            <p:nvPr/>
          </p:nvSpPr>
          <p:spPr>
            <a:xfrm>
              <a:off x="8186993" y="4869160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3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50" name="TextBox 249"/>
            <p:cNvSpPr txBox="1"/>
            <p:nvPr/>
          </p:nvSpPr>
          <p:spPr>
            <a:xfrm>
              <a:off x="8186993" y="5751155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4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</p:grpSp>
      <p:sp>
        <p:nvSpPr>
          <p:cNvPr id="251" name="TextBox 250"/>
          <p:cNvSpPr txBox="1"/>
          <p:nvPr/>
        </p:nvSpPr>
        <p:spPr>
          <a:xfrm>
            <a:off x="7481589" y="6032321"/>
            <a:ext cx="4305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+mj-lt"/>
                <a:cs typeface="Times New Roman" pitchFamily="18" charset="0"/>
              </a:rPr>
              <a:t>/</a:t>
            </a:r>
            <a:endParaRPr lang="ko-KR" altLang="en-US" sz="1200" baseline="-25000" dirty="0">
              <a:latin typeface="+mj-lt"/>
              <a:cs typeface="Times New Roman" pitchFamily="18" charset="0"/>
            </a:endParaRPr>
          </a:p>
        </p:txBody>
      </p:sp>
      <p:grpSp>
        <p:nvGrpSpPr>
          <p:cNvPr id="269" name="그룹 268"/>
          <p:cNvGrpSpPr/>
          <p:nvPr/>
        </p:nvGrpSpPr>
        <p:grpSpPr>
          <a:xfrm>
            <a:off x="8130154" y="3872081"/>
            <a:ext cx="690318" cy="2042865"/>
            <a:chOff x="1535040" y="4005064"/>
            <a:chExt cx="690318" cy="2042865"/>
          </a:xfrm>
        </p:grpSpPr>
        <p:cxnSp>
          <p:nvCxnSpPr>
            <p:cNvPr id="270" name="직선 연결선 269"/>
            <p:cNvCxnSpPr/>
            <p:nvPr/>
          </p:nvCxnSpPr>
          <p:spPr>
            <a:xfrm>
              <a:off x="1558100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직선 연결선 270"/>
            <p:cNvCxnSpPr/>
            <p:nvPr/>
          </p:nvCxnSpPr>
          <p:spPr>
            <a:xfrm>
              <a:off x="2075875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직선 연결선 271"/>
            <p:cNvCxnSpPr/>
            <p:nvPr/>
          </p:nvCxnSpPr>
          <p:spPr>
            <a:xfrm>
              <a:off x="1558100" y="5589240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직선 연결선 272"/>
            <p:cNvCxnSpPr/>
            <p:nvPr/>
          </p:nvCxnSpPr>
          <p:spPr>
            <a:xfrm>
              <a:off x="1558100" y="535777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직선 연결선 273"/>
            <p:cNvCxnSpPr/>
            <p:nvPr/>
          </p:nvCxnSpPr>
          <p:spPr>
            <a:xfrm>
              <a:off x="1558100" y="5118671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직선 연결선 274"/>
            <p:cNvCxnSpPr/>
            <p:nvPr/>
          </p:nvCxnSpPr>
          <p:spPr>
            <a:xfrm>
              <a:off x="1558100" y="4879564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직선 연결선 275"/>
            <p:cNvCxnSpPr/>
            <p:nvPr/>
          </p:nvCxnSpPr>
          <p:spPr>
            <a:xfrm>
              <a:off x="1558100" y="4640949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직선 연결선 276"/>
            <p:cNvCxnSpPr/>
            <p:nvPr/>
          </p:nvCxnSpPr>
          <p:spPr>
            <a:xfrm>
              <a:off x="1558100" y="440023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8" name="직사각형 277"/>
            <p:cNvSpPr/>
            <p:nvPr/>
          </p:nvSpPr>
          <p:spPr>
            <a:xfrm>
              <a:off x="1558100" y="5772106"/>
              <a:ext cx="517818" cy="23664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9" name="TextBox 278"/>
            <p:cNvSpPr txBox="1"/>
            <p:nvPr/>
          </p:nvSpPr>
          <p:spPr>
            <a:xfrm>
              <a:off x="1535040" y="5312241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1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1535040" y="5770930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6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81" name="TextBox 280"/>
            <p:cNvSpPr txBox="1"/>
            <p:nvPr/>
          </p:nvSpPr>
          <p:spPr>
            <a:xfrm>
              <a:off x="1535040" y="5080779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2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82" name="TextBox 281"/>
            <p:cNvSpPr txBox="1"/>
            <p:nvPr/>
          </p:nvSpPr>
          <p:spPr>
            <a:xfrm>
              <a:off x="1547664" y="4869160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3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83" name="TextBox 282"/>
            <p:cNvSpPr txBox="1"/>
            <p:nvPr/>
          </p:nvSpPr>
          <p:spPr>
            <a:xfrm>
              <a:off x="1547664" y="4613296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6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</p:grpSp>
      <p:grpSp>
        <p:nvGrpSpPr>
          <p:cNvPr id="284" name="그룹 283"/>
          <p:cNvGrpSpPr/>
          <p:nvPr/>
        </p:nvGrpSpPr>
        <p:grpSpPr>
          <a:xfrm>
            <a:off x="6710903" y="2004765"/>
            <a:ext cx="739560" cy="387160"/>
            <a:chOff x="6710903" y="2004765"/>
            <a:chExt cx="739560" cy="387160"/>
          </a:xfrm>
        </p:grpSpPr>
        <p:sp>
          <p:nvSpPr>
            <p:cNvPr id="285" name="TextBox 284"/>
            <p:cNvSpPr txBox="1"/>
            <p:nvPr/>
          </p:nvSpPr>
          <p:spPr>
            <a:xfrm>
              <a:off x="6710903" y="2004765"/>
              <a:ext cx="7395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6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286" name="직선 화살표 연결선 285"/>
            <p:cNvCxnSpPr/>
            <p:nvPr/>
          </p:nvCxnSpPr>
          <p:spPr>
            <a:xfrm flipH="1">
              <a:off x="7052366" y="2202397"/>
              <a:ext cx="10320" cy="189528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95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/>
      <p:bldP spid="218" grpId="0"/>
      <p:bldP spid="235" grpId="0"/>
      <p:bldP spid="25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3</a:t>
            </a:fld>
            <a:endParaRPr lang="ko-KR" altLang="en-US" dirty="0"/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2909" y="1254366"/>
            <a:ext cx="1965061" cy="1358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7720872" y="791126"/>
            <a:ext cx="739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0066FF"/>
                </a:solidFill>
                <a:latin typeface="+mj-lt"/>
                <a:cs typeface="Times New Roman" pitchFamily="18" charset="0"/>
              </a:rPr>
              <a:t>node</a:t>
            </a:r>
            <a:r>
              <a:rPr lang="en-US" altLang="ko-KR" sz="1400" baseline="-25000" dirty="0" smtClean="0">
                <a:solidFill>
                  <a:srgbClr val="0066FF"/>
                </a:solidFill>
                <a:latin typeface="+mj-lt"/>
                <a:cs typeface="Times New Roman" pitchFamily="18" charset="0"/>
              </a:rPr>
              <a:t>1</a:t>
            </a:r>
            <a:endParaRPr lang="ko-KR" altLang="en-US" sz="1400" baseline="-25000" dirty="0">
              <a:solidFill>
                <a:srgbClr val="0066FF"/>
              </a:solidFill>
              <a:latin typeface="+mj-lt"/>
              <a:cs typeface="Times New Roman" pitchFamily="18" charset="0"/>
            </a:endParaRPr>
          </a:p>
        </p:txBody>
      </p:sp>
      <p:cxnSp>
        <p:nvCxnSpPr>
          <p:cNvPr id="14" name="직선 화살표 연결선 13"/>
          <p:cNvCxnSpPr/>
          <p:nvPr/>
        </p:nvCxnSpPr>
        <p:spPr>
          <a:xfrm flipH="1">
            <a:off x="7720872" y="1052736"/>
            <a:ext cx="144016" cy="189528"/>
          </a:xfrm>
          <a:prstGeom prst="straightConnector1">
            <a:avLst/>
          </a:prstGeom>
          <a:ln>
            <a:solidFill>
              <a:srgbClr val="0066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200703" y="5618943"/>
            <a:ext cx="677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+mj-lt"/>
                <a:cs typeface="Times New Roman" pitchFamily="18" charset="0"/>
              </a:rPr>
              <a:t>node</a:t>
            </a:r>
            <a:endParaRPr lang="ko-KR" altLang="en-US" sz="1200" baseline="-25000" dirty="0">
              <a:latin typeface="+mj-lt"/>
              <a:cs typeface="Times New Roman" pitchFamily="18" charset="0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6981312" y="1029804"/>
            <a:ext cx="739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0066FF"/>
                </a:solidFill>
                <a:latin typeface="+mj-lt"/>
                <a:cs typeface="Times New Roman" pitchFamily="18" charset="0"/>
              </a:rPr>
              <a:t>node</a:t>
            </a:r>
            <a:r>
              <a:rPr lang="en-US" altLang="ko-KR" sz="1400" baseline="-25000" dirty="0" smtClean="0">
                <a:solidFill>
                  <a:srgbClr val="0066FF"/>
                </a:solidFill>
                <a:latin typeface="+mj-lt"/>
                <a:cs typeface="Times New Roman" pitchFamily="18" charset="0"/>
              </a:rPr>
              <a:t>2</a:t>
            </a:r>
            <a:endParaRPr lang="ko-KR" altLang="en-US" sz="1400" baseline="-25000" dirty="0">
              <a:solidFill>
                <a:srgbClr val="0066FF"/>
              </a:solidFill>
              <a:latin typeface="+mj-lt"/>
              <a:cs typeface="Times New Roman" pitchFamily="18" charset="0"/>
            </a:endParaRPr>
          </a:p>
        </p:txBody>
      </p:sp>
      <p:cxnSp>
        <p:nvCxnSpPr>
          <p:cNvPr id="106" name="직선 화살표 연결선 105"/>
          <p:cNvCxnSpPr>
            <a:stCxn id="105" idx="2"/>
          </p:cNvCxnSpPr>
          <p:nvPr/>
        </p:nvCxnSpPr>
        <p:spPr>
          <a:xfrm flipH="1">
            <a:off x="7340772" y="1337581"/>
            <a:ext cx="10320" cy="189528"/>
          </a:xfrm>
          <a:prstGeom prst="straightConnector1">
            <a:avLst/>
          </a:prstGeom>
          <a:ln>
            <a:solidFill>
              <a:srgbClr val="0066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200703" y="5179257"/>
            <a:ext cx="677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+mj-lt"/>
                <a:cs typeface="Times New Roman" pitchFamily="18" charset="0"/>
              </a:rPr>
              <a:t>stack</a:t>
            </a:r>
            <a:endParaRPr lang="ko-KR" altLang="en-US" sz="1200" baseline="-25000" dirty="0">
              <a:latin typeface="+mj-lt"/>
              <a:cs typeface="Times New Roman" pitchFamily="18" charset="0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735031" y="3872081"/>
            <a:ext cx="677694" cy="2042865"/>
            <a:chOff x="2357400" y="4005064"/>
            <a:chExt cx="677694" cy="2042865"/>
          </a:xfrm>
        </p:grpSpPr>
        <p:cxnSp>
          <p:nvCxnSpPr>
            <p:cNvPr id="123" name="직선 연결선 122"/>
            <p:cNvCxnSpPr/>
            <p:nvPr/>
          </p:nvCxnSpPr>
          <p:spPr>
            <a:xfrm>
              <a:off x="2380460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직선 연결선 123"/>
            <p:cNvCxnSpPr/>
            <p:nvPr/>
          </p:nvCxnSpPr>
          <p:spPr>
            <a:xfrm>
              <a:off x="2898235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직선 연결선 124"/>
            <p:cNvCxnSpPr/>
            <p:nvPr/>
          </p:nvCxnSpPr>
          <p:spPr>
            <a:xfrm>
              <a:off x="2380460" y="5589240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직선 연결선 125"/>
            <p:cNvCxnSpPr/>
            <p:nvPr/>
          </p:nvCxnSpPr>
          <p:spPr>
            <a:xfrm>
              <a:off x="2380460" y="535777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직선 연결선 126"/>
            <p:cNvCxnSpPr/>
            <p:nvPr/>
          </p:nvCxnSpPr>
          <p:spPr>
            <a:xfrm>
              <a:off x="2380460" y="5118671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직선 연결선 127"/>
            <p:cNvCxnSpPr/>
            <p:nvPr/>
          </p:nvCxnSpPr>
          <p:spPr>
            <a:xfrm>
              <a:off x="2380460" y="4879564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직선 연결선 128"/>
            <p:cNvCxnSpPr/>
            <p:nvPr/>
          </p:nvCxnSpPr>
          <p:spPr>
            <a:xfrm>
              <a:off x="2380460" y="4640949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직선 연결선 129"/>
            <p:cNvCxnSpPr/>
            <p:nvPr/>
          </p:nvCxnSpPr>
          <p:spPr>
            <a:xfrm>
              <a:off x="2380460" y="440023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직사각형 130"/>
            <p:cNvSpPr/>
            <p:nvPr/>
          </p:nvSpPr>
          <p:spPr>
            <a:xfrm>
              <a:off x="2380460" y="5772106"/>
              <a:ext cx="517818" cy="23664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2357400" y="5312241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1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2526823" y="5770930"/>
              <a:ext cx="3388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0</a:t>
              </a:r>
              <a:endParaRPr lang="ko-KR" altLang="en-US" sz="12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2357400" y="5080779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2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2357400" y="4869160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3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70" name="TextBox 269"/>
            <p:cNvSpPr txBox="1"/>
            <p:nvPr/>
          </p:nvSpPr>
          <p:spPr>
            <a:xfrm>
              <a:off x="2357400" y="4592161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6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</p:grpSp>
      <p:sp>
        <p:nvSpPr>
          <p:cNvPr id="136" name="TextBox 135"/>
          <p:cNvSpPr txBox="1"/>
          <p:nvPr/>
        </p:nvSpPr>
        <p:spPr>
          <a:xfrm>
            <a:off x="6640752" y="1347519"/>
            <a:ext cx="739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0066FF"/>
                </a:solidFill>
                <a:latin typeface="+mj-lt"/>
                <a:cs typeface="Times New Roman" pitchFamily="18" charset="0"/>
              </a:rPr>
              <a:t>node</a:t>
            </a:r>
            <a:r>
              <a:rPr lang="en-US" altLang="ko-KR" sz="1400" baseline="-25000" dirty="0" smtClean="0">
                <a:solidFill>
                  <a:srgbClr val="0066FF"/>
                </a:solidFill>
                <a:latin typeface="+mj-lt"/>
                <a:cs typeface="Times New Roman" pitchFamily="18" charset="0"/>
              </a:rPr>
              <a:t>3</a:t>
            </a:r>
            <a:endParaRPr lang="ko-KR" altLang="en-US" sz="1400" baseline="-25000" dirty="0">
              <a:solidFill>
                <a:srgbClr val="0066FF"/>
              </a:solidFill>
              <a:latin typeface="+mj-lt"/>
              <a:cs typeface="Times New Roman" pitchFamily="18" charset="0"/>
            </a:endParaRPr>
          </a:p>
        </p:txBody>
      </p:sp>
      <p:cxnSp>
        <p:nvCxnSpPr>
          <p:cNvPr id="137" name="직선 화살표 연결선 136"/>
          <p:cNvCxnSpPr>
            <a:stCxn id="136" idx="2"/>
          </p:cNvCxnSpPr>
          <p:nvPr/>
        </p:nvCxnSpPr>
        <p:spPr>
          <a:xfrm flipH="1">
            <a:off x="7000212" y="1655296"/>
            <a:ext cx="10320" cy="189528"/>
          </a:xfrm>
          <a:prstGeom prst="straightConnector1">
            <a:avLst/>
          </a:prstGeom>
          <a:ln>
            <a:solidFill>
              <a:srgbClr val="0066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그룹 8"/>
          <p:cNvGrpSpPr/>
          <p:nvPr/>
        </p:nvGrpSpPr>
        <p:grpSpPr>
          <a:xfrm>
            <a:off x="1568855" y="3872081"/>
            <a:ext cx="677694" cy="2023860"/>
            <a:chOff x="3191224" y="4005064"/>
            <a:chExt cx="677694" cy="2023860"/>
          </a:xfrm>
        </p:grpSpPr>
        <p:cxnSp>
          <p:nvCxnSpPr>
            <p:cNvPr id="138" name="직선 연결선 137"/>
            <p:cNvCxnSpPr/>
            <p:nvPr/>
          </p:nvCxnSpPr>
          <p:spPr>
            <a:xfrm>
              <a:off x="3214284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직선 연결선 138"/>
            <p:cNvCxnSpPr/>
            <p:nvPr/>
          </p:nvCxnSpPr>
          <p:spPr>
            <a:xfrm>
              <a:off x="3732059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직선 연결선 139"/>
            <p:cNvCxnSpPr/>
            <p:nvPr/>
          </p:nvCxnSpPr>
          <p:spPr>
            <a:xfrm>
              <a:off x="3214284" y="5589240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직선 연결선 140"/>
            <p:cNvCxnSpPr/>
            <p:nvPr/>
          </p:nvCxnSpPr>
          <p:spPr>
            <a:xfrm>
              <a:off x="3214284" y="535777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직선 연결선 141"/>
            <p:cNvCxnSpPr/>
            <p:nvPr/>
          </p:nvCxnSpPr>
          <p:spPr>
            <a:xfrm>
              <a:off x="3214284" y="5118671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직선 연결선 142"/>
            <p:cNvCxnSpPr/>
            <p:nvPr/>
          </p:nvCxnSpPr>
          <p:spPr>
            <a:xfrm>
              <a:off x="3214284" y="4879564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직선 연결선 143"/>
            <p:cNvCxnSpPr/>
            <p:nvPr/>
          </p:nvCxnSpPr>
          <p:spPr>
            <a:xfrm>
              <a:off x="3214284" y="4640949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직선 연결선 144"/>
            <p:cNvCxnSpPr/>
            <p:nvPr/>
          </p:nvCxnSpPr>
          <p:spPr>
            <a:xfrm>
              <a:off x="3214284" y="440023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직사각형 145"/>
            <p:cNvSpPr/>
            <p:nvPr/>
          </p:nvSpPr>
          <p:spPr>
            <a:xfrm>
              <a:off x="3214284" y="5772106"/>
              <a:ext cx="517818" cy="23664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3191224" y="5312241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1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3191224" y="5080779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2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150" name="TextBox 149"/>
            <p:cNvSpPr txBox="1"/>
            <p:nvPr/>
          </p:nvSpPr>
          <p:spPr>
            <a:xfrm>
              <a:off x="3191224" y="4869160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3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71" name="TextBox 270"/>
            <p:cNvSpPr txBox="1"/>
            <p:nvPr/>
          </p:nvSpPr>
          <p:spPr>
            <a:xfrm>
              <a:off x="3191224" y="5751925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6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</p:grpSp>
      <p:sp>
        <p:nvSpPr>
          <p:cNvPr id="152" name="TextBox 151"/>
          <p:cNvSpPr txBox="1"/>
          <p:nvPr/>
        </p:nvSpPr>
        <p:spPr>
          <a:xfrm>
            <a:off x="6300192" y="1563543"/>
            <a:ext cx="739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0066FF"/>
                </a:solidFill>
                <a:latin typeface="+mj-lt"/>
                <a:cs typeface="Times New Roman" pitchFamily="18" charset="0"/>
              </a:rPr>
              <a:t>node</a:t>
            </a:r>
            <a:r>
              <a:rPr lang="en-US" altLang="ko-KR" sz="1400" baseline="-25000" dirty="0" smtClean="0">
                <a:solidFill>
                  <a:srgbClr val="0066FF"/>
                </a:solidFill>
                <a:latin typeface="+mj-lt"/>
                <a:cs typeface="Times New Roman" pitchFamily="18" charset="0"/>
              </a:rPr>
              <a:t>4</a:t>
            </a:r>
            <a:endParaRPr lang="ko-KR" altLang="en-US" sz="1400" baseline="-25000" dirty="0">
              <a:solidFill>
                <a:srgbClr val="0066FF"/>
              </a:solidFill>
              <a:latin typeface="+mj-lt"/>
              <a:cs typeface="Times New Roman" pitchFamily="18" charset="0"/>
            </a:endParaRPr>
          </a:p>
        </p:txBody>
      </p:sp>
      <p:cxnSp>
        <p:nvCxnSpPr>
          <p:cNvPr id="153" name="직선 화살표 연결선 152"/>
          <p:cNvCxnSpPr>
            <a:stCxn id="152" idx="2"/>
          </p:cNvCxnSpPr>
          <p:nvPr/>
        </p:nvCxnSpPr>
        <p:spPr>
          <a:xfrm flipH="1">
            <a:off x="6659652" y="1871320"/>
            <a:ext cx="10320" cy="189528"/>
          </a:xfrm>
          <a:prstGeom prst="straightConnector1">
            <a:avLst/>
          </a:prstGeom>
          <a:ln>
            <a:solidFill>
              <a:srgbClr val="0066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그룹 9"/>
          <p:cNvGrpSpPr/>
          <p:nvPr/>
        </p:nvGrpSpPr>
        <p:grpSpPr>
          <a:xfrm>
            <a:off x="3140407" y="3872081"/>
            <a:ext cx="677694" cy="2042865"/>
            <a:chOff x="3983312" y="4005064"/>
            <a:chExt cx="677694" cy="2042865"/>
          </a:xfrm>
        </p:grpSpPr>
        <p:cxnSp>
          <p:nvCxnSpPr>
            <p:cNvPr id="154" name="직선 연결선 153"/>
            <p:cNvCxnSpPr/>
            <p:nvPr/>
          </p:nvCxnSpPr>
          <p:spPr>
            <a:xfrm>
              <a:off x="4006372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/>
            <p:cNvCxnSpPr/>
            <p:nvPr/>
          </p:nvCxnSpPr>
          <p:spPr>
            <a:xfrm>
              <a:off x="4524147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/>
            <p:cNvCxnSpPr/>
            <p:nvPr/>
          </p:nvCxnSpPr>
          <p:spPr>
            <a:xfrm>
              <a:off x="4006372" y="5589240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/>
            <p:cNvCxnSpPr/>
            <p:nvPr/>
          </p:nvCxnSpPr>
          <p:spPr>
            <a:xfrm>
              <a:off x="4006372" y="535777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/>
            <p:cNvCxnSpPr/>
            <p:nvPr/>
          </p:nvCxnSpPr>
          <p:spPr>
            <a:xfrm>
              <a:off x="4006372" y="5118671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>
              <a:off x="4006372" y="4879564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/>
            <p:cNvCxnSpPr/>
            <p:nvPr/>
          </p:nvCxnSpPr>
          <p:spPr>
            <a:xfrm>
              <a:off x="4006372" y="4640949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>
              <a:off x="4006372" y="440023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직사각형 161"/>
            <p:cNvSpPr/>
            <p:nvPr/>
          </p:nvSpPr>
          <p:spPr>
            <a:xfrm>
              <a:off x="4006372" y="5772106"/>
              <a:ext cx="517818" cy="23664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3983312" y="5312241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1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3983312" y="5770930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3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3983312" y="5080779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2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</p:grpSp>
      <p:sp>
        <p:nvSpPr>
          <p:cNvPr id="169" name="TextBox 168"/>
          <p:cNvSpPr txBox="1"/>
          <p:nvPr/>
        </p:nvSpPr>
        <p:spPr>
          <a:xfrm>
            <a:off x="5940732" y="1917753"/>
            <a:ext cx="739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0066FF"/>
                </a:solidFill>
                <a:latin typeface="+mj-lt"/>
                <a:cs typeface="Times New Roman" pitchFamily="18" charset="0"/>
              </a:rPr>
              <a:t>node</a:t>
            </a:r>
            <a:r>
              <a:rPr lang="en-US" altLang="ko-KR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rPr>
              <a:t>5</a:t>
            </a:r>
            <a:endParaRPr lang="ko-KR" altLang="en-US" sz="1400" baseline="-25000" dirty="0">
              <a:solidFill>
                <a:srgbClr val="0066FF"/>
              </a:solidFill>
              <a:latin typeface="+mj-lt"/>
              <a:cs typeface="Times New Roman" pitchFamily="18" charset="0"/>
            </a:endParaRPr>
          </a:p>
        </p:txBody>
      </p:sp>
      <p:cxnSp>
        <p:nvCxnSpPr>
          <p:cNvPr id="170" name="직선 화살표 연결선 169"/>
          <p:cNvCxnSpPr>
            <a:stCxn id="169" idx="2"/>
          </p:cNvCxnSpPr>
          <p:nvPr/>
        </p:nvCxnSpPr>
        <p:spPr>
          <a:xfrm flipH="1">
            <a:off x="6300192" y="2225530"/>
            <a:ext cx="10320" cy="189528"/>
          </a:xfrm>
          <a:prstGeom prst="straightConnector1">
            <a:avLst/>
          </a:prstGeom>
          <a:ln>
            <a:solidFill>
              <a:srgbClr val="0066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그룹 10"/>
          <p:cNvGrpSpPr/>
          <p:nvPr/>
        </p:nvGrpSpPr>
        <p:grpSpPr>
          <a:xfrm>
            <a:off x="3971846" y="3872081"/>
            <a:ext cx="677694" cy="2042865"/>
            <a:chOff x="4814751" y="4005064"/>
            <a:chExt cx="677694" cy="2042865"/>
          </a:xfrm>
        </p:grpSpPr>
        <p:cxnSp>
          <p:nvCxnSpPr>
            <p:cNvPr id="171" name="직선 연결선 170"/>
            <p:cNvCxnSpPr/>
            <p:nvPr/>
          </p:nvCxnSpPr>
          <p:spPr>
            <a:xfrm>
              <a:off x="4837811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직선 연결선 171"/>
            <p:cNvCxnSpPr/>
            <p:nvPr/>
          </p:nvCxnSpPr>
          <p:spPr>
            <a:xfrm>
              <a:off x="5355586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직선 연결선 172"/>
            <p:cNvCxnSpPr/>
            <p:nvPr/>
          </p:nvCxnSpPr>
          <p:spPr>
            <a:xfrm>
              <a:off x="4837811" y="5589240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직선 연결선 173"/>
            <p:cNvCxnSpPr/>
            <p:nvPr/>
          </p:nvCxnSpPr>
          <p:spPr>
            <a:xfrm>
              <a:off x="4837811" y="535777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직선 연결선 174"/>
            <p:cNvCxnSpPr/>
            <p:nvPr/>
          </p:nvCxnSpPr>
          <p:spPr>
            <a:xfrm>
              <a:off x="4837811" y="5118671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직선 연결선 175"/>
            <p:cNvCxnSpPr/>
            <p:nvPr/>
          </p:nvCxnSpPr>
          <p:spPr>
            <a:xfrm>
              <a:off x="4837811" y="4879564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직선 연결선 176"/>
            <p:cNvCxnSpPr/>
            <p:nvPr/>
          </p:nvCxnSpPr>
          <p:spPr>
            <a:xfrm>
              <a:off x="4837811" y="4640949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직선 연결선 177"/>
            <p:cNvCxnSpPr/>
            <p:nvPr/>
          </p:nvCxnSpPr>
          <p:spPr>
            <a:xfrm>
              <a:off x="4837811" y="440023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직사각형 178"/>
            <p:cNvSpPr/>
            <p:nvPr/>
          </p:nvSpPr>
          <p:spPr>
            <a:xfrm>
              <a:off x="4837811" y="5772106"/>
              <a:ext cx="517818" cy="23664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4814751" y="5312241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1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4814751" y="5770930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7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4814751" y="5080779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2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87" name="TextBox 286"/>
            <p:cNvSpPr txBox="1"/>
            <p:nvPr/>
          </p:nvSpPr>
          <p:spPr>
            <a:xfrm>
              <a:off x="4814751" y="4841672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7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</p:grpSp>
      <p:sp>
        <p:nvSpPr>
          <p:cNvPr id="201" name="TextBox 200"/>
          <p:cNvSpPr txBox="1"/>
          <p:nvPr/>
        </p:nvSpPr>
        <p:spPr>
          <a:xfrm>
            <a:off x="6053485" y="2395728"/>
            <a:ext cx="338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2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217" name="TextBox 216"/>
          <p:cNvSpPr txBox="1"/>
          <p:nvPr/>
        </p:nvSpPr>
        <p:spPr>
          <a:xfrm>
            <a:off x="200703" y="6032321"/>
            <a:ext cx="677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+mj-lt"/>
                <a:cs typeface="Times New Roman" pitchFamily="18" charset="0"/>
              </a:rPr>
              <a:t>output</a:t>
            </a:r>
            <a:endParaRPr lang="ko-KR" altLang="en-US" sz="1200" baseline="-25000" dirty="0">
              <a:latin typeface="+mj-lt"/>
              <a:cs typeface="Times New Roman" pitchFamily="18" charset="0"/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6321385" y="2395728"/>
            <a:ext cx="338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2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6710903" y="2004765"/>
            <a:ext cx="739560" cy="387160"/>
            <a:chOff x="6710903" y="2004765"/>
            <a:chExt cx="739560" cy="387160"/>
          </a:xfrm>
        </p:grpSpPr>
        <p:sp>
          <p:nvSpPr>
            <p:cNvPr id="249" name="TextBox 248"/>
            <p:cNvSpPr txBox="1"/>
            <p:nvPr/>
          </p:nvSpPr>
          <p:spPr>
            <a:xfrm>
              <a:off x="6710903" y="2004765"/>
              <a:ext cx="7395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6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252" name="직선 화살표 연결선 251"/>
            <p:cNvCxnSpPr/>
            <p:nvPr/>
          </p:nvCxnSpPr>
          <p:spPr>
            <a:xfrm flipH="1">
              <a:off x="7052366" y="2202397"/>
              <a:ext cx="10320" cy="189528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5" name="TextBox 254"/>
          <p:cNvSpPr txBox="1"/>
          <p:nvPr/>
        </p:nvSpPr>
        <p:spPr>
          <a:xfrm>
            <a:off x="6803386" y="2395728"/>
            <a:ext cx="338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2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256" name="TextBox 255"/>
          <p:cNvSpPr txBox="1"/>
          <p:nvPr/>
        </p:nvSpPr>
        <p:spPr>
          <a:xfrm>
            <a:off x="1738247" y="6032321"/>
            <a:ext cx="4305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+mj-lt"/>
                <a:cs typeface="Times New Roman" pitchFamily="18" charset="0"/>
              </a:rPr>
              <a:t>B</a:t>
            </a:r>
            <a:endParaRPr lang="ko-KR" altLang="en-US" sz="1200" baseline="-25000" dirty="0">
              <a:latin typeface="+mj-lt"/>
              <a:cs typeface="Times New Roman" pitchFamily="18" charset="0"/>
            </a:endParaRPr>
          </a:p>
        </p:txBody>
      </p:sp>
      <p:sp>
        <p:nvSpPr>
          <p:cNvPr id="257" name="TextBox 256"/>
          <p:cNvSpPr txBox="1"/>
          <p:nvPr/>
        </p:nvSpPr>
        <p:spPr>
          <a:xfrm>
            <a:off x="7012245" y="2395728"/>
            <a:ext cx="338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2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259" name="TextBox 258"/>
          <p:cNvSpPr txBox="1"/>
          <p:nvPr/>
        </p:nvSpPr>
        <p:spPr>
          <a:xfrm>
            <a:off x="3381807" y="6032321"/>
            <a:ext cx="347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+mj-lt"/>
                <a:cs typeface="Times New Roman" pitchFamily="18" charset="0"/>
              </a:rPr>
              <a:t>*</a:t>
            </a:r>
            <a:endParaRPr lang="ko-KR" altLang="en-US" sz="1200" baseline="-25000" dirty="0">
              <a:latin typeface="+mj-lt"/>
              <a:cs typeface="Times New Roman" pitchFamily="18" charset="0"/>
            </a:endParaRPr>
          </a:p>
        </p:txBody>
      </p:sp>
      <p:grpSp>
        <p:nvGrpSpPr>
          <p:cNvPr id="260" name="그룹 259"/>
          <p:cNvGrpSpPr/>
          <p:nvPr/>
        </p:nvGrpSpPr>
        <p:grpSpPr>
          <a:xfrm>
            <a:off x="7080683" y="1753071"/>
            <a:ext cx="739560" cy="389399"/>
            <a:chOff x="6733837" y="2002526"/>
            <a:chExt cx="739560" cy="389399"/>
          </a:xfrm>
        </p:grpSpPr>
        <p:sp>
          <p:nvSpPr>
            <p:cNvPr id="261" name="TextBox 260"/>
            <p:cNvSpPr txBox="1"/>
            <p:nvPr/>
          </p:nvSpPr>
          <p:spPr>
            <a:xfrm>
              <a:off x="6733837" y="2002526"/>
              <a:ext cx="7395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400" baseline="-25000" dirty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7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262" name="직선 화살표 연결선 261"/>
            <p:cNvCxnSpPr/>
            <p:nvPr/>
          </p:nvCxnSpPr>
          <p:spPr>
            <a:xfrm flipH="1">
              <a:off x="7052366" y="2202397"/>
              <a:ext cx="10320" cy="189528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그룹 14"/>
          <p:cNvGrpSpPr/>
          <p:nvPr/>
        </p:nvGrpSpPr>
        <p:grpSpPr>
          <a:xfrm>
            <a:off x="4809215" y="3872081"/>
            <a:ext cx="677694" cy="2042865"/>
            <a:chOff x="6509614" y="4005064"/>
            <a:chExt cx="677694" cy="2042865"/>
          </a:xfrm>
        </p:grpSpPr>
        <p:cxnSp>
          <p:nvCxnSpPr>
            <p:cNvPr id="202" name="직선 연결선 201"/>
            <p:cNvCxnSpPr/>
            <p:nvPr/>
          </p:nvCxnSpPr>
          <p:spPr>
            <a:xfrm>
              <a:off x="6532674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직선 연결선 202"/>
            <p:cNvCxnSpPr/>
            <p:nvPr/>
          </p:nvCxnSpPr>
          <p:spPr>
            <a:xfrm>
              <a:off x="7050449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직선 연결선 203"/>
            <p:cNvCxnSpPr/>
            <p:nvPr/>
          </p:nvCxnSpPr>
          <p:spPr>
            <a:xfrm>
              <a:off x="6532674" y="5589240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직선 연결선 204"/>
            <p:cNvCxnSpPr/>
            <p:nvPr/>
          </p:nvCxnSpPr>
          <p:spPr>
            <a:xfrm>
              <a:off x="6532674" y="535777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직선 연결선 205"/>
            <p:cNvCxnSpPr/>
            <p:nvPr/>
          </p:nvCxnSpPr>
          <p:spPr>
            <a:xfrm>
              <a:off x="6532674" y="5118671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직선 연결선 206"/>
            <p:cNvCxnSpPr/>
            <p:nvPr/>
          </p:nvCxnSpPr>
          <p:spPr>
            <a:xfrm>
              <a:off x="6532674" y="4879564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직선 연결선 207"/>
            <p:cNvCxnSpPr/>
            <p:nvPr/>
          </p:nvCxnSpPr>
          <p:spPr>
            <a:xfrm>
              <a:off x="6532674" y="4640949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직선 연결선 208"/>
            <p:cNvCxnSpPr/>
            <p:nvPr/>
          </p:nvCxnSpPr>
          <p:spPr>
            <a:xfrm>
              <a:off x="6532674" y="440023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직사각형 209"/>
            <p:cNvSpPr/>
            <p:nvPr/>
          </p:nvSpPr>
          <p:spPr>
            <a:xfrm>
              <a:off x="6532674" y="5772106"/>
              <a:ext cx="517818" cy="23664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6509614" y="5312241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1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6509614" y="5080779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2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6509614" y="4869160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7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64" name="TextBox 263"/>
            <p:cNvSpPr txBox="1"/>
            <p:nvPr/>
          </p:nvSpPr>
          <p:spPr>
            <a:xfrm>
              <a:off x="6659652" y="5770930"/>
              <a:ext cx="3388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0</a:t>
              </a:r>
              <a:endParaRPr lang="ko-KR" altLang="en-US" sz="12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5688719" y="3872081"/>
            <a:ext cx="696830" cy="2003682"/>
            <a:chOff x="7389118" y="4005064"/>
            <a:chExt cx="696830" cy="2003682"/>
          </a:xfrm>
        </p:grpSpPr>
        <p:cxnSp>
          <p:nvCxnSpPr>
            <p:cNvPr id="219" name="직선 연결선 218"/>
            <p:cNvCxnSpPr/>
            <p:nvPr/>
          </p:nvCxnSpPr>
          <p:spPr>
            <a:xfrm>
              <a:off x="7431314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직선 연결선 219"/>
            <p:cNvCxnSpPr/>
            <p:nvPr/>
          </p:nvCxnSpPr>
          <p:spPr>
            <a:xfrm>
              <a:off x="7949089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직선 연결선 220"/>
            <p:cNvCxnSpPr/>
            <p:nvPr/>
          </p:nvCxnSpPr>
          <p:spPr>
            <a:xfrm>
              <a:off x="7431314" y="5589240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직선 연결선 221"/>
            <p:cNvCxnSpPr/>
            <p:nvPr/>
          </p:nvCxnSpPr>
          <p:spPr>
            <a:xfrm>
              <a:off x="7431314" y="535777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직선 연결선 222"/>
            <p:cNvCxnSpPr/>
            <p:nvPr/>
          </p:nvCxnSpPr>
          <p:spPr>
            <a:xfrm>
              <a:off x="7431314" y="5118671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직선 연결선 223"/>
            <p:cNvCxnSpPr/>
            <p:nvPr/>
          </p:nvCxnSpPr>
          <p:spPr>
            <a:xfrm>
              <a:off x="7431314" y="4879564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직선 연결선 224"/>
            <p:cNvCxnSpPr/>
            <p:nvPr/>
          </p:nvCxnSpPr>
          <p:spPr>
            <a:xfrm>
              <a:off x="7431314" y="4640949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직선 연결선 225"/>
            <p:cNvCxnSpPr/>
            <p:nvPr/>
          </p:nvCxnSpPr>
          <p:spPr>
            <a:xfrm>
              <a:off x="7431314" y="440023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직사각형 226"/>
            <p:cNvSpPr/>
            <p:nvPr/>
          </p:nvSpPr>
          <p:spPr>
            <a:xfrm>
              <a:off x="7431314" y="5772106"/>
              <a:ext cx="517818" cy="23664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8" name="TextBox 227"/>
            <p:cNvSpPr txBox="1"/>
            <p:nvPr/>
          </p:nvSpPr>
          <p:spPr>
            <a:xfrm>
              <a:off x="7408254" y="5312241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1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29" name="TextBox 228"/>
            <p:cNvSpPr txBox="1"/>
            <p:nvPr/>
          </p:nvSpPr>
          <p:spPr>
            <a:xfrm>
              <a:off x="7408254" y="5080779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2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65" name="TextBox 264"/>
            <p:cNvSpPr txBox="1"/>
            <p:nvPr/>
          </p:nvSpPr>
          <p:spPr>
            <a:xfrm>
              <a:off x="7389118" y="5731746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7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</p:grpSp>
      <p:sp>
        <p:nvSpPr>
          <p:cNvPr id="266" name="TextBox 265"/>
          <p:cNvSpPr txBox="1"/>
          <p:nvPr/>
        </p:nvSpPr>
        <p:spPr>
          <a:xfrm>
            <a:off x="5845059" y="6032321"/>
            <a:ext cx="482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+mj-lt"/>
                <a:cs typeface="Times New Roman" pitchFamily="18" charset="0"/>
              </a:rPr>
              <a:t>C</a:t>
            </a:r>
            <a:endParaRPr lang="ko-KR" altLang="en-US" sz="1200" baseline="-25000" dirty="0">
              <a:latin typeface="+mj-lt"/>
              <a:cs typeface="Times New Roman" pitchFamily="18" charset="0"/>
            </a:endParaRPr>
          </a:p>
        </p:txBody>
      </p:sp>
      <p:sp>
        <p:nvSpPr>
          <p:cNvPr id="267" name="TextBox 266"/>
          <p:cNvSpPr txBox="1"/>
          <p:nvPr/>
        </p:nvSpPr>
        <p:spPr>
          <a:xfrm>
            <a:off x="7188074" y="2138059"/>
            <a:ext cx="338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2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6486594" y="3872081"/>
            <a:ext cx="677694" cy="2042865"/>
            <a:chOff x="8186993" y="4005064"/>
            <a:chExt cx="677694" cy="2042865"/>
          </a:xfrm>
        </p:grpSpPr>
        <p:cxnSp>
          <p:nvCxnSpPr>
            <p:cNvPr id="236" name="직선 연결선 235"/>
            <p:cNvCxnSpPr/>
            <p:nvPr/>
          </p:nvCxnSpPr>
          <p:spPr>
            <a:xfrm>
              <a:off x="8210053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직선 연결선 236"/>
            <p:cNvCxnSpPr/>
            <p:nvPr/>
          </p:nvCxnSpPr>
          <p:spPr>
            <a:xfrm>
              <a:off x="8727828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직선 연결선 237"/>
            <p:cNvCxnSpPr/>
            <p:nvPr/>
          </p:nvCxnSpPr>
          <p:spPr>
            <a:xfrm>
              <a:off x="8210053" y="5589240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직선 연결선 238"/>
            <p:cNvCxnSpPr/>
            <p:nvPr/>
          </p:nvCxnSpPr>
          <p:spPr>
            <a:xfrm>
              <a:off x="8210053" y="535777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직선 연결선 239"/>
            <p:cNvCxnSpPr/>
            <p:nvPr/>
          </p:nvCxnSpPr>
          <p:spPr>
            <a:xfrm>
              <a:off x="8210053" y="5118671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직선 연결선 240"/>
            <p:cNvCxnSpPr/>
            <p:nvPr/>
          </p:nvCxnSpPr>
          <p:spPr>
            <a:xfrm>
              <a:off x="8210053" y="4879564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직선 연결선 241"/>
            <p:cNvCxnSpPr/>
            <p:nvPr/>
          </p:nvCxnSpPr>
          <p:spPr>
            <a:xfrm>
              <a:off x="8210053" y="4640949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직선 연결선 242"/>
            <p:cNvCxnSpPr/>
            <p:nvPr/>
          </p:nvCxnSpPr>
          <p:spPr>
            <a:xfrm>
              <a:off x="8210053" y="440023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4" name="직사각형 243"/>
            <p:cNvSpPr/>
            <p:nvPr/>
          </p:nvSpPr>
          <p:spPr>
            <a:xfrm>
              <a:off x="8210053" y="5772106"/>
              <a:ext cx="517818" cy="23664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8186993" y="5312241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1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46" name="TextBox 245"/>
            <p:cNvSpPr txBox="1"/>
            <p:nvPr/>
          </p:nvSpPr>
          <p:spPr>
            <a:xfrm>
              <a:off x="8186993" y="5080779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2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68" name="TextBox 267"/>
            <p:cNvSpPr txBox="1"/>
            <p:nvPr/>
          </p:nvSpPr>
          <p:spPr>
            <a:xfrm>
              <a:off x="8337609" y="5770930"/>
              <a:ext cx="3388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0</a:t>
              </a:r>
              <a:endParaRPr lang="ko-KR" altLang="en-US" sz="12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</p:grpSp>
      <p:sp>
        <p:nvSpPr>
          <p:cNvPr id="269" name="TextBox 268"/>
          <p:cNvSpPr txBox="1"/>
          <p:nvPr/>
        </p:nvSpPr>
        <p:spPr>
          <a:xfrm>
            <a:off x="7357497" y="2114926"/>
            <a:ext cx="3077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2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grpSp>
        <p:nvGrpSpPr>
          <p:cNvPr id="272" name="그룹 271"/>
          <p:cNvGrpSpPr/>
          <p:nvPr/>
        </p:nvGrpSpPr>
        <p:grpSpPr>
          <a:xfrm>
            <a:off x="2360943" y="3872081"/>
            <a:ext cx="677694" cy="2023860"/>
            <a:chOff x="3191224" y="4005064"/>
            <a:chExt cx="677694" cy="2023860"/>
          </a:xfrm>
        </p:grpSpPr>
        <p:cxnSp>
          <p:nvCxnSpPr>
            <p:cNvPr id="273" name="직선 연결선 272"/>
            <p:cNvCxnSpPr/>
            <p:nvPr/>
          </p:nvCxnSpPr>
          <p:spPr>
            <a:xfrm>
              <a:off x="3214284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직선 연결선 273"/>
            <p:cNvCxnSpPr/>
            <p:nvPr/>
          </p:nvCxnSpPr>
          <p:spPr>
            <a:xfrm>
              <a:off x="3732059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직선 연결선 274"/>
            <p:cNvCxnSpPr/>
            <p:nvPr/>
          </p:nvCxnSpPr>
          <p:spPr>
            <a:xfrm>
              <a:off x="3214284" y="5589240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직선 연결선 275"/>
            <p:cNvCxnSpPr/>
            <p:nvPr/>
          </p:nvCxnSpPr>
          <p:spPr>
            <a:xfrm>
              <a:off x="3214284" y="535777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직선 연결선 276"/>
            <p:cNvCxnSpPr/>
            <p:nvPr/>
          </p:nvCxnSpPr>
          <p:spPr>
            <a:xfrm>
              <a:off x="3214284" y="5118671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직선 연결선 277"/>
            <p:cNvCxnSpPr/>
            <p:nvPr/>
          </p:nvCxnSpPr>
          <p:spPr>
            <a:xfrm>
              <a:off x="3214284" y="4879564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직선 연결선 278"/>
            <p:cNvCxnSpPr/>
            <p:nvPr/>
          </p:nvCxnSpPr>
          <p:spPr>
            <a:xfrm>
              <a:off x="3214284" y="4640949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>
              <a:off x="3214284" y="440023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1" name="직사각형 280"/>
            <p:cNvSpPr/>
            <p:nvPr/>
          </p:nvSpPr>
          <p:spPr>
            <a:xfrm>
              <a:off x="3214284" y="5772106"/>
              <a:ext cx="517818" cy="23664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2" name="TextBox 281"/>
            <p:cNvSpPr txBox="1"/>
            <p:nvPr/>
          </p:nvSpPr>
          <p:spPr>
            <a:xfrm>
              <a:off x="3191224" y="5312241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1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83" name="TextBox 282"/>
            <p:cNvSpPr txBox="1"/>
            <p:nvPr/>
          </p:nvSpPr>
          <p:spPr>
            <a:xfrm>
              <a:off x="3191224" y="5080779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2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84" name="TextBox 283"/>
            <p:cNvSpPr txBox="1"/>
            <p:nvPr/>
          </p:nvSpPr>
          <p:spPr>
            <a:xfrm>
              <a:off x="3191224" y="4869160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3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85" name="TextBox 284"/>
            <p:cNvSpPr txBox="1"/>
            <p:nvPr/>
          </p:nvSpPr>
          <p:spPr>
            <a:xfrm>
              <a:off x="3335240" y="5751925"/>
              <a:ext cx="3388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0</a:t>
              </a:r>
              <a:endParaRPr lang="ko-KR" altLang="en-US" sz="12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</p:grpSp>
      <p:grpSp>
        <p:nvGrpSpPr>
          <p:cNvPr id="288" name="그룹 287"/>
          <p:cNvGrpSpPr/>
          <p:nvPr/>
        </p:nvGrpSpPr>
        <p:grpSpPr>
          <a:xfrm>
            <a:off x="7308304" y="3872081"/>
            <a:ext cx="677694" cy="2023090"/>
            <a:chOff x="755576" y="4005064"/>
            <a:chExt cx="677694" cy="2023090"/>
          </a:xfrm>
        </p:grpSpPr>
        <p:cxnSp>
          <p:nvCxnSpPr>
            <p:cNvPr id="289" name="직선 연결선 288"/>
            <p:cNvCxnSpPr/>
            <p:nvPr/>
          </p:nvCxnSpPr>
          <p:spPr>
            <a:xfrm>
              <a:off x="766012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직선 연결선 289"/>
            <p:cNvCxnSpPr/>
            <p:nvPr/>
          </p:nvCxnSpPr>
          <p:spPr>
            <a:xfrm>
              <a:off x="1283787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직선 연결선 290"/>
            <p:cNvCxnSpPr/>
            <p:nvPr/>
          </p:nvCxnSpPr>
          <p:spPr>
            <a:xfrm>
              <a:off x="766012" y="5589240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직선 연결선 291"/>
            <p:cNvCxnSpPr/>
            <p:nvPr/>
          </p:nvCxnSpPr>
          <p:spPr>
            <a:xfrm>
              <a:off x="766012" y="535777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직선 연결선 292"/>
            <p:cNvCxnSpPr/>
            <p:nvPr/>
          </p:nvCxnSpPr>
          <p:spPr>
            <a:xfrm>
              <a:off x="766012" y="5118671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직선 연결선 293"/>
            <p:cNvCxnSpPr/>
            <p:nvPr/>
          </p:nvCxnSpPr>
          <p:spPr>
            <a:xfrm>
              <a:off x="766012" y="4879564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직선 연결선 294"/>
            <p:cNvCxnSpPr/>
            <p:nvPr/>
          </p:nvCxnSpPr>
          <p:spPr>
            <a:xfrm>
              <a:off x="766012" y="4640949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직선 연결선 295"/>
            <p:cNvCxnSpPr/>
            <p:nvPr/>
          </p:nvCxnSpPr>
          <p:spPr>
            <a:xfrm>
              <a:off x="766012" y="440023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" name="직사각형 296"/>
            <p:cNvSpPr/>
            <p:nvPr/>
          </p:nvSpPr>
          <p:spPr>
            <a:xfrm>
              <a:off x="766012" y="5772106"/>
              <a:ext cx="517818" cy="23664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8" name="TextBox 297"/>
            <p:cNvSpPr txBox="1"/>
            <p:nvPr/>
          </p:nvSpPr>
          <p:spPr>
            <a:xfrm>
              <a:off x="755576" y="5312241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1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99" name="TextBox 298"/>
            <p:cNvSpPr txBox="1"/>
            <p:nvPr/>
          </p:nvSpPr>
          <p:spPr>
            <a:xfrm>
              <a:off x="755576" y="5751155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2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</p:grpSp>
      <p:sp>
        <p:nvSpPr>
          <p:cNvPr id="300" name="TextBox 299"/>
          <p:cNvSpPr txBox="1"/>
          <p:nvPr/>
        </p:nvSpPr>
        <p:spPr>
          <a:xfrm>
            <a:off x="7452320" y="6032321"/>
            <a:ext cx="4305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+mj-lt"/>
                <a:cs typeface="Times New Roman" pitchFamily="18" charset="0"/>
              </a:rPr>
              <a:t>*</a:t>
            </a:r>
            <a:endParaRPr lang="ko-KR" altLang="en-US" sz="1200" dirty="0">
              <a:latin typeface="+mj-lt"/>
              <a:cs typeface="Times New Roman" pitchFamily="18" charset="0"/>
            </a:endParaRPr>
          </a:p>
        </p:txBody>
      </p:sp>
      <p:grpSp>
        <p:nvGrpSpPr>
          <p:cNvPr id="301" name="그룹 300"/>
          <p:cNvGrpSpPr/>
          <p:nvPr/>
        </p:nvGrpSpPr>
        <p:grpSpPr>
          <a:xfrm>
            <a:off x="8100392" y="3872081"/>
            <a:ext cx="695342" cy="2042865"/>
            <a:chOff x="1863489" y="4005064"/>
            <a:chExt cx="695342" cy="2042865"/>
          </a:xfrm>
        </p:grpSpPr>
        <p:cxnSp>
          <p:nvCxnSpPr>
            <p:cNvPr id="302" name="직선 연결선 301"/>
            <p:cNvCxnSpPr/>
            <p:nvPr/>
          </p:nvCxnSpPr>
          <p:spPr>
            <a:xfrm>
              <a:off x="1904197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직선 연결선 302"/>
            <p:cNvCxnSpPr/>
            <p:nvPr/>
          </p:nvCxnSpPr>
          <p:spPr>
            <a:xfrm>
              <a:off x="2421972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직선 연결선 303"/>
            <p:cNvCxnSpPr/>
            <p:nvPr/>
          </p:nvCxnSpPr>
          <p:spPr>
            <a:xfrm>
              <a:off x="1904197" y="5589240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직선 연결선 304"/>
            <p:cNvCxnSpPr/>
            <p:nvPr/>
          </p:nvCxnSpPr>
          <p:spPr>
            <a:xfrm>
              <a:off x="1904197" y="535777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직선 연결선 305"/>
            <p:cNvCxnSpPr/>
            <p:nvPr/>
          </p:nvCxnSpPr>
          <p:spPr>
            <a:xfrm>
              <a:off x="1904197" y="5118671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직선 연결선 306"/>
            <p:cNvCxnSpPr/>
            <p:nvPr/>
          </p:nvCxnSpPr>
          <p:spPr>
            <a:xfrm>
              <a:off x="1904197" y="4879564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직선 연결선 307"/>
            <p:cNvCxnSpPr/>
            <p:nvPr/>
          </p:nvCxnSpPr>
          <p:spPr>
            <a:xfrm>
              <a:off x="1904197" y="4640949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직선 연결선 308"/>
            <p:cNvCxnSpPr/>
            <p:nvPr/>
          </p:nvCxnSpPr>
          <p:spPr>
            <a:xfrm>
              <a:off x="1904197" y="440023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0" name="직사각형 309"/>
            <p:cNvSpPr/>
            <p:nvPr/>
          </p:nvSpPr>
          <p:spPr>
            <a:xfrm>
              <a:off x="1904197" y="5772106"/>
              <a:ext cx="517818" cy="23664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1" name="TextBox 310"/>
            <p:cNvSpPr txBox="1"/>
            <p:nvPr/>
          </p:nvSpPr>
          <p:spPr>
            <a:xfrm>
              <a:off x="1881137" y="5312241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1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312" name="TextBox 311"/>
            <p:cNvSpPr txBox="1"/>
            <p:nvPr/>
          </p:nvSpPr>
          <p:spPr>
            <a:xfrm>
              <a:off x="1881137" y="5080779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8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313" name="TextBox 312"/>
            <p:cNvSpPr txBox="1"/>
            <p:nvPr/>
          </p:nvSpPr>
          <p:spPr>
            <a:xfrm>
              <a:off x="1863489" y="5770930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8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</p:grpSp>
      <p:grpSp>
        <p:nvGrpSpPr>
          <p:cNvPr id="314" name="그룹 313"/>
          <p:cNvGrpSpPr/>
          <p:nvPr/>
        </p:nvGrpSpPr>
        <p:grpSpPr>
          <a:xfrm>
            <a:off x="7406948" y="1433456"/>
            <a:ext cx="739560" cy="389399"/>
            <a:chOff x="6733837" y="2002526"/>
            <a:chExt cx="739560" cy="389399"/>
          </a:xfrm>
        </p:grpSpPr>
        <p:sp>
          <p:nvSpPr>
            <p:cNvPr id="315" name="TextBox 314"/>
            <p:cNvSpPr txBox="1"/>
            <p:nvPr/>
          </p:nvSpPr>
          <p:spPr>
            <a:xfrm>
              <a:off x="6733837" y="2002526"/>
              <a:ext cx="7395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8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316" name="직선 화살표 연결선 315"/>
            <p:cNvCxnSpPr/>
            <p:nvPr/>
          </p:nvCxnSpPr>
          <p:spPr>
            <a:xfrm flipH="1">
              <a:off x="7052366" y="2202397"/>
              <a:ext cx="10320" cy="189528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4" name="그림 18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468" y="835597"/>
            <a:ext cx="4910587" cy="282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320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5" grpId="0"/>
      <p:bldP spid="256" grpId="0"/>
      <p:bldP spid="257" grpId="0"/>
      <p:bldP spid="259" grpId="0"/>
      <p:bldP spid="266" grpId="0"/>
      <p:bldP spid="267" grpId="0"/>
      <p:bldP spid="269" grpId="0"/>
      <p:bldP spid="30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그림 1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68" y="835597"/>
            <a:ext cx="4910587" cy="2829176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4</a:t>
            </a:fld>
            <a:endParaRPr lang="ko-KR" altLang="en-US" dirty="0"/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2909" y="1254366"/>
            <a:ext cx="1965061" cy="1358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7720872" y="791126"/>
            <a:ext cx="739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0066FF"/>
                </a:solidFill>
                <a:latin typeface="+mj-lt"/>
                <a:cs typeface="Times New Roman" pitchFamily="18" charset="0"/>
              </a:rPr>
              <a:t>node</a:t>
            </a:r>
            <a:r>
              <a:rPr lang="en-US" altLang="ko-KR" sz="1400" baseline="-25000" dirty="0" smtClean="0">
                <a:solidFill>
                  <a:srgbClr val="0066FF"/>
                </a:solidFill>
                <a:latin typeface="+mj-lt"/>
                <a:cs typeface="Times New Roman" pitchFamily="18" charset="0"/>
              </a:rPr>
              <a:t>1</a:t>
            </a:r>
            <a:endParaRPr lang="ko-KR" altLang="en-US" sz="1400" baseline="-25000" dirty="0">
              <a:solidFill>
                <a:srgbClr val="0066FF"/>
              </a:solidFill>
              <a:latin typeface="+mj-lt"/>
              <a:cs typeface="Times New Roman" pitchFamily="18" charset="0"/>
            </a:endParaRPr>
          </a:p>
        </p:txBody>
      </p:sp>
      <p:cxnSp>
        <p:nvCxnSpPr>
          <p:cNvPr id="14" name="직선 화살표 연결선 13"/>
          <p:cNvCxnSpPr/>
          <p:nvPr/>
        </p:nvCxnSpPr>
        <p:spPr>
          <a:xfrm flipH="1">
            <a:off x="7720872" y="1052736"/>
            <a:ext cx="144016" cy="189528"/>
          </a:xfrm>
          <a:prstGeom prst="straightConnector1">
            <a:avLst/>
          </a:prstGeom>
          <a:ln>
            <a:solidFill>
              <a:srgbClr val="0066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276958" y="5644566"/>
            <a:ext cx="677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+mj-lt"/>
                <a:cs typeface="Times New Roman" pitchFamily="18" charset="0"/>
              </a:rPr>
              <a:t>node</a:t>
            </a:r>
            <a:endParaRPr lang="ko-KR" altLang="en-US" sz="1200" baseline="-25000" dirty="0">
              <a:latin typeface="+mj-lt"/>
              <a:cs typeface="Times New Roman" pitchFamily="18" charset="0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6981312" y="1029804"/>
            <a:ext cx="739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0066FF"/>
                </a:solidFill>
                <a:latin typeface="+mj-lt"/>
                <a:cs typeface="Times New Roman" pitchFamily="18" charset="0"/>
              </a:rPr>
              <a:t>node</a:t>
            </a:r>
            <a:r>
              <a:rPr lang="en-US" altLang="ko-KR" sz="1400" baseline="-25000" dirty="0" smtClean="0">
                <a:solidFill>
                  <a:srgbClr val="0066FF"/>
                </a:solidFill>
                <a:latin typeface="+mj-lt"/>
                <a:cs typeface="Times New Roman" pitchFamily="18" charset="0"/>
              </a:rPr>
              <a:t>2</a:t>
            </a:r>
            <a:endParaRPr lang="ko-KR" altLang="en-US" sz="1400" baseline="-25000" dirty="0">
              <a:solidFill>
                <a:srgbClr val="0066FF"/>
              </a:solidFill>
              <a:latin typeface="+mj-lt"/>
              <a:cs typeface="Times New Roman" pitchFamily="18" charset="0"/>
            </a:endParaRPr>
          </a:p>
        </p:txBody>
      </p:sp>
      <p:cxnSp>
        <p:nvCxnSpPr>
          <p:cNvPr id="106" name="직선 화살표 연결선 105"/>
          <p:cNvCxnSpPr>
            <a:stCxn id="105" idx="2"/>
          </p:cNvCxnSpPr>
          <p:nvPr/>
        </p:nvCxnSpPr>
        <p:spPr>
          <a:xfrm flipH="1">
            <a:off x="7340772" y="1337581"/>
            <a:ext cx="10320" cy="189528"/>
          </a:xfrm>
          <a:prstGeom prst="straightConnector1">
            <a:avLst/>
          </a:prstGeom>
          <a:ln>
            <a:solidFill>
              <a:srgbClr val="0066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276958" y="5204880"/>
            <a:ext cx="677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+mj-lt"/>
                <a:cs typeface="Times New Roman" pitchFamily="18" charset="0"/>
              </a:rPr>
              <a:t>stack</a:t>
            </a:r>
            <a:endParaRPr lang="ko-KR" altLang="en-US" sz="1200" baseline="-25000" dirty="0">
              <a:latin typeface="+mj-lt"/>
              <a:cs typeface="Times New Roman" pitchFamily="18" charset="0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6640752" y="1347519"/>
            <a:ext cx="739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0066FF"/>
                </a:solidFill>
                <a:latin typeface="+mj-lt"/>
                <a:cs typeface="Times New Roman" pitchFamily="18" charset="0"/>
              </a:rPr>
              <a:t>node</a:t>
            </a:r>
            <a:r>
              <a:rPr lang="en-US" altLang="ko-KR" sz="1400" baseline="-25000" dirty="0" smtClean="0">
                <a:solidFill>
                  <a:srgbClr val="0066FF"/>
                </a:solidFill>
                <a:latin typeface="+mj-lt"/>
                <a:cs typeface="Times New Roman" pitchFamily="18" charset="0"/>
              </a:rPr>
              <a:t>3</a:t>
            </a:r>
            <a:endParaRPr lang="ko-KR" altLang="en-US" sz="1400" baseline="-25000" dirty="0">
              <a:solidFill>
                <a:srgbClr val="0066FF"/>
              </a:solidFill>
              <a:latin typeface="+mj-lt"/>
              <a:cs typeface="Times New Roman" pitchFamily="18" charset="0"/>
            </a:endParaRPr>
          </a:p>
        </p:txBody>
      </p:sp>
      <p:cxnSp>
        <p:nvCxnSpPr>
          <p:cNvPr id="137" name="직선 화살표 연결선 136"/>
          <p:cNvCxnSpPr>
            <a:stCxn id="136" idx="2"/>
          </p:cNvCxnSpPr>
          <p:nvPr/>
        </p:nvCxnSpPr>
        <p:spPr>
          <a:xfrm flipH="1">
            <a:off x="7000212" y="1655296"/>
            <a:ext cx="10320" cy="189528"/>
          </a:xfrm>
          <a:prstGeom prst="straightConnector1">
            <a:avLst/>
          </a:prstGeom>
          <a:ln>
            <a:solidFill>
              <a:srgbClr val="0066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6300192" y="1563543"/>
            <a:ext cx="739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0066FF"/>
                </a:solidFill>
                <a:latin typeface="+mj-lt"/>
                <a:cs typeface="Times New Roman" pitchFamily="18" charset="0"/>
              </a:rPr>
              <a:t>node</a:t>
            </a:r>
            <a:r>
              <a:rPr lang="en-US" altLang="ko-KR" sz="1400" baseline="-25000" dirty="0" smtClean="0">
                <a:solidFill>
                  <a:srgbClr val="0066FF"/>
                </a:solidFill>
                <a:latin typeface="+mj-lt"/>
                <a:cs typeface="Times New Roman" pitchFamily="18" charset="0"/>
              </a:rPr>
              <a:t>4</a:t>
            </a:r>
            <a:endParaRPr lang="ko-KR" altLang="en-US" sz="1400" baseline="-25000" dirty="0">
              <a:solidFill>
                <a:srgbClr val="0066FF"/>
              </a:solidFill>
              <a:latin typeface="+mj-lt"/>
              <a:cs typeface="Times New Roman" pitchFamily="18" charset="0"/>
            </a:endParaRPr>
          </a:p>
        </p:txBody>
      </p:sp>
      <p:cxnSp>
        <p:nvCxnSpPr>
          <p:cNvPr id="153" name="직선 화살표 연결선 152"/>
          <p:cNvCxnSpPr>
            <a:stCxn id="152" idx="2"/>
          </p:cNvCxnSpPr>
          <p:nvPr/>
        </p:nvCxnSpPr>
        <p:spPr>
          <a:xfrm flipH="1">
            <a:off x="6659652" y="1871320"/>
            <a:ext cx="10320" cy="189528"/>
          </a:xfrm>
          <a:prstGeom prst="straightConnector1">
            <a:avLst/>
          </a:prstGeom>
          <a:ln>
            <a:solidFill>
              <a:srgbClr val="0066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5940732" y="1917753"/>
            <a:ext cx="739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0066FF"/>
                </a:solidFill>
                <a:latin typeface="+mj-lt"/>
                <a:cs typeface="Times New Roman" pitchFamily="18" charset="0"/>
              </a:rPr>
              <a:t>node</a:t>
            </a:r>
            <a:r>
              <a:rPr lang="en-US" altLang="ko-KR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rPr>
              <a:t>5</a:t>
            </a:r>
            <a:endParaRPr lang="ko-KR" altLang="en-US" sz="1400" baseline="-25000" dirty="0">
              <a:solidFill>
                <a:srgbClr val="0066FF"/>
              </a:solidFill>
              <a:latin typeface="+mj-lt"/>
              <a:cs typeface="Times New Roman" pitchFamily="18" charset="0"/>
            </a:endParaRPr>
          </a:p>
        </p:txBody>
      </p:sp>
      <p:cxnSp>
        <p:nvCxnSpPr>
          <p:cNvPr id="170" name="직선 화살표 연결선 169"/>
          <p:cNvCxnSpPr>
            <a:stCxn id="169" idx="2"/>
          </p:cNvCxnSpPr>
          <p:nvPr/>
        </p:nvCxnSpPr>
        <p:spPr>
          <a:xfrm flipH="1">
            <a:off x="6300192" y="2225530"/>
            <a:ext cx="10320" cy="189528"/>
          </a:xfrm>
          <a:prstGeom prst="straightConnector1">
            <a:avLst/>
          </a:prstGeom>
          <a:ln>
            <a:solidFill>
              <a:srgbClr val="0066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Box 200"/>
          <p:cNvSpPr txBox="1"/>
          <p:nvPr/>
        </p:nvSpPr>
        <p:spPr>
          <a:xfrm>
            <a:off x="6053485" y="2395728"/>
            <a:ext cx="338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2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217" name="TextBox 216"/>
          <p:cNvSpPr txBox="1"/>
          <p:nvPr/>
        </p:nvSpPr>
        <p:spPr>
          <a:xfrm>
            <a:off x="276958" y="6057944"/>
            <a:ext cx="677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+mj-lt"/>
                <a:cs typeface="Times New Roman" pitchFamily="18" charset="0"/>
              </a:rPr>
              <a:t>output</a:t>
            </a:r>
            <a:endParaRPr lang="ko-KR" altLang="en-US" sz="1200" baseline="-25000" dirty="0">
              <a:latin typeface="+mj-lt"/>
              <a:cs typeface="Times New Roman" pitchFamily="18" charset="0"/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6321385" y="2395728"/>
            <a:ext cx="338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2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6710903" y="2004765"/>
            <a:ext cx="739560" cy="387160"/>
            <a:chOff x="6710903" y="2004765"/>
            <a:chExt cx="739560" cy="387160"/>
          </a:xfrm>
        </p:grpSpPr>
        <p:sp>
          <p:nvSpPr>
            <p:cNvPr id="249" name="TextBox 248"/>
            <p:cNvSpPr txBox="1"/>
            <p:nvPr/>
          </p:nvSpPr>
          <p:spPr>
            <a:xfrm>
              <a:off x="6710903" y="2004765"/>
              <a:ext cx="7395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6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252" name="직선 화살표 연결선 251"/>
            <p:cNvCxnSpPr/>
            <p:nvPr/>
          </p:nvCxnSpPr>
          <p:spPr>
            <a:xfrm flipH="1">
              <a:off x="7052366" y="2202397"/>
              <a:ext cx="10320" cy="189528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5" name="TextBox 254"/>
          <p:cNvSpPr txBox="1"/>
          <p:nvPr/>
        </p:nvSpPr>
        <p:spPr>
          <a:xfrm>
            <a:off x="6803386" y="2395728"/>
            <a:ext cx="338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2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257" name="TextBox 256"/>
          <p:cNvSpPr txBox="1"/>
          <p:nvPr/>
        </p:nvSpPr>
        <p:spPr>
          <a:xfrm>
            <a:off x="7012245" y="2395728"/>
            <a:ext cx="338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2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259" name="TextBox 258"/>
          <p:cNvSpPr txBox="1"/>
          <p:nvPr/>
        </p:nvSpPr>
        <p:spPr>
          <a:xfrm>
            <a:off x="1729870" y="6057944"/>
            <a:ext cx="347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+mj-lt"/>
                <a:cs typeface="Times New Roman" pitchFamily="18" charset="0"/>
              </a:rPr>
              <a:t>D</a:t>
            </a:r>
            <a:endParaRPr lang="ko-KR" altLang="en-US" sz="1200" baseline="-25000" dirty="0">
              <a:latin typeface="+mj-lt"/>
              <a:cs typeface="Times New Roman" pitchFamily="18" charset="0"/>
            </a:endParaRPr>
          </a:p>
        </p:txBody>
      </p:sp>
      <p:grpSp>
        <p:nvGrpSpPr>
          <p:cNvPr id="260" name="그룹 259"/>
          <p:cNvGrpSpPr/>
          <p:nvPr/>
        </p:nvGrpSpPr>
        <p:grpSpPr>
          <a:xfrm>
            <a:off x="7080683" y="1753071"/>
            <a:ext cx="739560" cy="389399"/>
            <a:chOff x="6733837" y="2002526"/>
            <a:chExt cx="739560" cy="389399"/>
          </a:xfrm>
        </p:grpSpPr>
        <p:sp>
          <p:nvSpPr>
            <p:cNvPr id="261" name="TextBox 260"/>
            <p:cNvSpPr txBox="1"/>
            <p:nvPr/>
          </p:nvSpPr>
          <p:spPr>
            <a:xfrm>
              <a:off x="6733837" y="2002526"/>
              <a:ext cx="7395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400" baseline="-25000" dirty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7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262" name="직선 화살표 연결선 261"/>
            <p:cNvCxnSpPr/>
            <p:nvPr/>
          </p:nvCxnSpPr>
          <p:spPr>
            <a:xfrm flipH="1">
              <a:off x="7052366" y="2202397"/>
              <a:ext cx="10320" cy="189528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"/>
          <p:cNvGrpSpPr/>
          <p:nvPr/>
        </p:nvGrpSpPr>
        <p:grpSpPr>
          <a:xfrm>
            <a:off x="3229286" y="3897704"/>
            <a:ext cx="677694" cy="2042865"/>
            <a:chOff x="5175857" y="4005064"/>
            <a:chExt cx="677694" cy="2042865"/>
          </a:xfrm>
        </p:grpSpPr>
        <p:cxnSp>
          <p:nvCxnSpPr>
            <p:cNvPr id="186" name="직선 연결선 185"/>
            <p:cNvCxnSpPr/>
            <p:nvPr/>
          </p:nvCxnSpPr>
          <p:spPr>
            <a:xfrm>
              <a:off x="5202211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직선 연결선 186"/>
            <p:cNvCxnSpPr/>
            <p:nvPr/>
          </p:nvCxnSpPr>
          <p:spPr>
            <a:xfrm>
              <a:off x="5719986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직선 연결선 187"/>
            <p:cNvCxnSpPr/>
            <p:nvPr/>
          </p:nvCxnSpPr>
          <p:spPr>
            <a:xfrm>
              <a:off x="5202211" y="5589240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직선 연결선 188"/>
            <p:cNvCxnSpPr/>
            <p:nvPr/>
          </p:nvCxnSpPr>
          <p:spPr>
            <a:xfrm>
              <a:off x="5202211" y="535777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직선 연결선 189"/>
            <p:cNvCxnSpPr/>
            <p:nvPr/>
          </p:nvCxnSpPr>
          <p:spPr>
            <a:xfrm>
              <a:off x="5202211" y="5118671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직선 연결선 190"/>
            <p:cNvCxnSpPr/>
            <p:nvPr/>
          </p:nvCxnSpPr>
          <p:spPr>
            <a:xfrm>
              <a:off x="5202211" y="4879564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직선 연결선 191"/>
            <p:cNvCxnSpPr/>
            <p:nvPr/>
          </p:nvCxnSpPr>
          <p:spPr>
            <a:xfrm>
              <a:off x="5202211" y="4640949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직선 연결선 192"/>
            <p:cNvCxnSpPr/>
            <p:nvPr/>
          </p:nvCxnSpPr>
          <p:spPr>
            <a:xfrm>
              <a:off x="5202211" y="440023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직사각형 193"/>
            <p:cNvSpPr/>
            <p:nvPr/>
          </p:nvSpPr>
          <p:spPr>
            <a:xfrm>
              <a:off x="5202211" y="5772106"/>
              <a:ext cx="517818" cy="23664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3" name="TextBox 262"/>
            <p:cNvSpPr txBox="1"/>
            <p:nvPr/>
          </p:nvSpPr>
          <p:spPr>
            <a:xfrm>
              <a:off x="5175857" y="5770930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1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4030180" y="3897704"/>
            <a:ext cx="696830" cy="2003682"/>
            <a:chOff x="6912855" y="4005064"/>
            <a:chExt cx="696830" cy="2003682"/>
          </a:xfrm>
        </p:grpSpPr>
        <p:cxnSp>
          <p:nvCxnSpPr>
            <p:cNvPr id="219" name="직선 연결선 218"/>
            <p:cNvCxnSpPr/>
            <p:nvPr/>
          </p:nvCxnSpPr>
          <p:spPr>
            <a:xfrm>
              <a:off x="6955051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직선 연결선 219"/>
            <p:cNvCxnSpPr/>
            <p:nvPr/>
          </p:nvCxnSpPr>
          <p:spPr>
            <a:xfrm>
              <a:off x="7472826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직선 연결선 220"/>
            <p:cNvCxnSpPr/>
            <p:nvPr/>
          </p:nvCxnSpPr>
          <p:spPr>
            <a:xfrm>
              <a:off x="6955051" y="5589240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직선 연결선 221"/>
            <p:cNvCxnSpPr/>
            <p:nvPr/>
          </p:nvCxnSpPr>
          <p:spPr>
            <a:xfrm>
              <a:off x="6955051" y="535777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직선 연결선 222"/>
            <p:cNvCxnSpPr/>
            <p:nvPr/>
          </p:nvCxnSpPr>
          <p:spPr>
            <a:xfrm>
              <a:off x="6955051" y="5118671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직선 연결선 223"/>
            <p:cNvCxnSpPr/>
            <p:nvPr/>
          </p:nvCxnSpPr>
          <p:spPr>
            <a:xfrm>
              <a:off x="6955051" y="4879564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직선 연결선 224"/>
            <p:cNvCxnSpPr/>
            <p:nvPr/>
          </p:nvCxnSpPr>
          <p:spPr>
            <a:xfrm>
              <a:off x="6955051" y="4640949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직선 연결선 225"/>
            <p:cNvCxnSpPr/>
            <p:nvPr/>
          </p:nvCxnSpPr>
          <p:spPr>
            <a:xfrm>
              <a:off x="6955051" y="440023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직사각형 226"/>
            <p:cNvSpPr/>
            <p:nvPr/>
          </p:nvSpPr>
          <p:spPr>
            <a:xfrm>
              <a:off x="6955051" y="5772106"/>
              <a:ext cx="517818" cy="23664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8" name="TextBox 227"/>
            <p:cNvSpPr txBox="1"/>
            <p:nvPr/>
          </p:nvSpPr>
          <p:spPr>
            <a:xfrm>
              <a:off x="6931991" y="5312241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9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65" name="TextBox 264"/>
            <p:cNvSpPr txBox="1"/>
            <p:nvPr/>
          </p:nvSpPr>
          <p:spPr>
            <a:xfrm>
              <a:off x="6912855" y="5731746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9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</p:grpSp>
      <p:sp>
        <p:nvSpPr>
          <p:cNvPr id="267" name="TextBox 266"/>
          <p:cNvSpPr txBox="1"/>
          <p:nvPr/>
        </p:nvSpPr>
        <p:spPr>
          <a:xfrm>
            <a:off x="7188074" y="2138059"/>
            <a:ext cx="338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2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4828055" y="3897704"/>
            <a:ext cx="677694" cy="2042865"/>
            <a:chOff x="7710730" y="4005064"/>
            <a:chExt cx="677694" cy="2042865"/>
          </a:xfrm>
        </p:grpSpPr>
        <p:cxnSp>
          <p:nvCxnSpPr>
            <p:cNvPr id="236" name="직선 연결선 235"/>
            <p:cNvCxnSpPr/>
            <p:nvPr/>
          </p:nvCxnSpPr>
          <p:spPr>
            <a:xfrm>
              <a:off x="7733790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직선 연결선 236"/>
            <p:cNvCxnSpPr/>
            <p:nvPr/>
          </p:nvCxnSpPr>
          <p:spPr>
            <a:xfrm>
              <a:off x="8251565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직선 연결선 237"/>
            <p:cNvCxnSpPr/>
            <p:nvPr/>
          </p:nvCxnSpPr>
          <p:spPr>
            <a:xfrm>
              <a:off x="7733790" y="5589240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직선 연결선 238"/>
            <p:cNvCxnSpPr/>
            <p:nvPr/>
          </p:nvCxnSpPr>
          <p:spPr>
            <a:xfrm>
              <a:off x="7733790" y="535777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직선 연결선 239"/>
            <p:cNvCxnSpPr/>
            <p:nvPr/>
          </p:nvCxnSpPr>
          <p:spPr>
            <a:xfrm>
              <a:off x="7733790" y="5118671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직선 연결선 240"/>
            <p:cNvCxnSpPr/>
            <p:nvPr/>
          </p:nvCxnSpPr>
          <p:spPr>
            <a:xfrm>
              <a:off x="7733790" y="4879564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직선 연결선 241"/>
            <p:cNvCxnSpPr/>
            <p:nvPr/>
          </p:nvCxnSpPr>
          <p:spPr>
            <a:xfrm>
              <a:off x="7733790" y="4640949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직선 연결선 242"/>
            <p:cNvCxnSpPr/>
            <p:nvPr/>
          </p:nvCxnSpPr>
          <p:spPr>
            <a:xfrm>
              <a:off x="7733790" y="440023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4" name="직사각형 243"/>
            <p:cNvSpPr/>
            <p:nvPr/>
          </p:nvSpPr>
          <p:spPr>
            <a:xfrm>
              <a:off x="7733790" y="5772106"/>
              <a:ext cx="517818" cy="23664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7710730" y="5312241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9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68" name="TextBox 267"/>
            <p:cNvSpPr txBox="1"/>
            <p:nvPr/>
          </p:nvSpPr>
          <p:spPr>
            <a:xfrm>
              <a:off x="7861346" y="5770930"/>
              <a:ext cx="3388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0</a:t>
              </a:r>
              <a:endParaRPr lang="ko-KR" altLang="en-US" sz="12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</p:grpSp>
      <p:sp>
        <p:nvSpPr>
          <p:cNvPr id="269" name="TextBox 268"/>
          <p:cNvSpPr txBox="1"/>
          <p:nvPr/>
        </p:nvSpPr>
        <p:spPr>
          <a:xfrm>
            <a:off x="7357497" y="2114926"/>
            <a:ext cx="3077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2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grpSp>
        <p:nvGrpSpPr>
          <p:cNvPr id="166" name="그룹 165"/>
          <p:cNvGrpSpPr/>
          <p:nvPr/>
        </p:nvGrpSpPr>
        <p:grpSpPr>
          <a:xfrm>
            <a:off x="7406948" y="1433456"/>
            <a:ext cx="739560" cy="389399"/>
            <a:chOff x="6733837" y="2002526"/>
            <a:chExt cx="739560" cy="389399"/>
          </a:xfrm>
        </p:grpSpPr>
        <p:sp>
          <p:nvSpPr>
            <p:cNvPr id="167" name="TextBox 166"/>
            <p:cNvSpPr txBox="1"/>
            <p:nvPr/>
          </p:nvSpPr>
          <p:spPr>
            <a:xfrm>
              <a:off x="6733837" y="2002526"/>
              <a:ext cx="7395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8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68" name="직선 화살표 연결선 167"/>
            <p:cNvCxnSpPr/>
            <p:nvPr/>
          </p:nvCxnSpPr>
          <p:spPr>
            <a:xfrm flipH="1">
              <a:off x="7052366" y="2202397"/>
              <a:ext cx="10320" cy="189528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4" name="TextBox 183"/>
          <p:cNvSpPr txBox="1"/>
          <p:nvPr/>
        </p:nvSpPr>
        <p:spPr>
          <a:xfrm>
            <a:off x="7534168" y="1897815"/>
            <a:ext cx="338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2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1543480" y="3897704"/>
            <a:ext cx="694692" cy="2023089"/>
            <a:chOff x="3490051" y="4005064"/>
            <a:chExt cx="694692" cy="2023089"/>
          </a:xfrm>
        </p:grpSpPr>
        <p:cxnSp>
          <p:nvCxnSpPr>
            <p:cNvPr id="154" name="직선 연결선 153"/>
            <p:cNvCxnSpPr/>
            <p:nvPr/>
          </p:nvCxnSpPr>
          <p:spPr>
            <a:xfrm>
              <a:off x="3530109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/>
            <p:cNvCxnSpPr/>
            <p:nvPr/>
          </p:nvCxnSpPr>
          <p:spPr>
            <a:xfrm>
              <a:off x="4047884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/>
            <p:cNvCxnSpPr/>
            <p:nvPr/>
          </p:nvCxnSpPr>
          <p:spPr>
            <a:xfrm>
              <a:off x="3530109" y="5589240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/>
            <p:cNvCxnSpPr/>
            <p:nvPr/>
          </p:nvCxnSpPr>
          <p:spPr>
            <a:xfrm>
              <a:off x="3530109" y="535777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/>
            <p:cNvCxnSpPr/>
            <p:nvPr/>
          </p:nvCxnSpPr>
          <p:spPr>
            <a:xfrm>
              <a:off x="3530109" y="5118671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직선 연결선 158"/>
            <p:cNvCxnSpPr/>
            <p:nvPr/>
          </p:nvCxnSpPr>
          <p:spPr>
            <a:xfrm>
              <a:off x="3530109" y="4879564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직선 연결선 159"/>
            <p:cNvCxnSpPr/>
            <p:nvPr/>
          </p:nvCxnSpPr>
          <p:spPr>
            <a:xfrm>
              <a:off x="3530109" y="4640949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>
              <a:off x="3530109" y="440023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직사각형 161"/>
            <p:cNvSpPr/>
            <p:nvPr/>
          </p:nvSpPr>
          <p:spPr>
            <a:xfrm>
              <a:off x="3530109" y="5772106"/>
              <a:ext cx="517818" cy="23664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3507049" y="5312241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1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196" name="TextBox 195"/>
            <p:cNvSpPr txBox="1"/>
            <p:nvPr/>
          </p:nvSpPr>
          <p:spPr>
            <a:xfrm>
              <a:off x="3490051" y="5751154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8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751392" y="3897704"/>
            <a:ext cx="677694" cy="2023089"/>
            <a:chOff x="2697963" y="4005064"/>
            <a:chExt cx="677694" cy="2023089"/>
          </a:xfrm>
        </p:grpSpPr>
        <p:cxnSp>
          <p:nvCxnSpPr>
            <p:cNvPr id="138" name="직선 연결선 137"/>
            <p:cNvCxnSpPr/>
            <p:nvPr/>
          </p:nvCxnSpPr>
          <p:spPr>
            <a:xfrm>
              <a:off x="2738021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직선 연결선 138"/>
            <p:cNvCxnSpPr/>
            <p:nvPr/>
          </p:nvCxnSpPr>
          <p:spPr>
            <a:xfrm>
              <a:off x="3255796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직선 연결선 139"/>
            <p:cNvCxnSpPr/>
            <p:nvPr/>
          </p:nvCxnSpPr>
          <p:spPr>
            <a:xfrm>
              <a:off x="2738021" y="5589240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직선 연결선 140"/>
            <p:cNvCxnSpPr/>
            <p:nvPr/>
          </p:nvCxnSpPr>
          <p:spPr>
            <a:xfrm>
              <a:off x="2738021" y="535777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직선 연결선 141"/>
            <p:cNvCxnSpPr/>
            <p:nvPr/>
          </p:nvCxnSpPr>
          <p:spPr>
            <a:xfrm>
              <a:off x="2738021" y="5118671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직선 연결선 142"/>
            <p:cNvCxnSpPr/>
            <p:nvPr/>
          </p:nvCxnSpPr>
          <p:spPr>
            <a:xfrm>
              <a:off x="2738021" y="4879564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직선 연결선 143"/>
            <p:cNvCxnSpPr/>
            <p:nvPr/>
          </p:nvCxnSpPr>
          <p:spPr>
            <a:xfrm>
              <a:off x="2738021" y="4640949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직선 연결선 144"/>
            <p:cNvCxnSpPr/>
            <p:nvPr/>
          </p:nvCxnSpPr>
          <p:spPr>
            <a:xfrm>
              <a:off x="2738021" y="440023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직사각형 145"/>
            <p:cNvSpPr/>
            <p:nvPr/>
          </p:nvSpPr>
          <p:spPr>
            <a:xfrm>
              <a:off x="2738021" y="5772106"/>
              <a:ext cx="517818" cy="23664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2871601" y="5751154"/>
              <a:ext cx="3388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0</a:t>
              </a:r>
              <a:endParaRPr lang="ko-KR" altLang="en-US" sz="12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2697963" y="5312241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1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2697963" y="5080779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8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2391917" y="3897704"/>
            <a:ext cx="677694" cy="2023089"/>
            <a:chOff x="4338488" y="4005064"/>
            <a:chExt cx="677694" cy="2023089"/>
          </a:xfrm>
        </p:grpSpPr>
        <p:cxnSp>
          <p:nvCxnSpPr>
            <p:cNvPr id="171" name="직선 연결선 170"/>
            <p:cNvCxnSpPr/>
            <p:nvPr/>
          </p:nvCxnSpPr>
          <p:spPr>
            <a:xfrm>
              <a:off x="4361548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직선 연결선 171"/>
            <p:cNvCxnSpPr/>
            <p:nvPr/>
          </p:nvCxnSpPr>
          <p:spPr>
            <a:xfrm>
              <a:off x="4879323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직선 연결선 172"/>
            <p:cNvCxnSpPr/>
            <p:nvPr/>
          </p:nvCxnSpPr>
          <p:spPr>
            <a:xfrm>
              <a:off x="4361548" y="5589240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직선 연결선 173"/>
            <p:cNvCxnSpPr/>
            <p:nvPr/>
          </p:nvCxnSpPr>
          <p:spPr>
            <a:xfrm>
              <a:off x="4361548" y="535777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직선 연결선 174"/>
            <p:cNvCxnSpPr/>
            <p:nvPr/>
          </p:nvCxnSpPr>
          <p:spPr>
            <a:xfrm>
              <a:off x="4361548" y="5118671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직선 연결선 175"/>
            <p:cNvCxnSpPr/>
            <p:nvPr/>
          </p:nvCxnSpPr>
          <p:spPr>
            <a:xfrm>
              <a:off x="4361548" y="4879564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직선 연결선 176"/>
            <p:cNvCxnSpPr/>
            <p:nvPr/>
          </p:nvCxnSpPr>
          <p:spPr>
            <a:xfrm>
              <a:off x="4361548" y="4640949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직선 연결선 177"/>
            <p:cNvCxnSpPr/>
            <p:nvPr/>
          </p:nvCxnSpPr>
          <p:spPr>
            <a:xfrm>
              <a:off x="4361548" y="440023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직사각형 178"/>
            <p:cNvSpPr/>
            <p:nvPr/>
          </p:nvSpPr>
          <p:spPr>
            <a:xfrm>
              <a:off x="4361548" y="5772106"/>
              <a:ext cx="517818" cy="23664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4338488" y="5312241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 smtClean="0">
                  <a:latin typeface="+mj-lt"/>
                  <a:cs typeface="Times New Roman" pitchFamily="18" charset="0"/>
                </a:rPr>
                <a:t>1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  <p:sp>
          <p:nvSpPr>
            <p:cNvPr id="218" name="TextBox 217"/>
            <p:cNvSpPr txBox="1"/>
            <p:nvPr/>
          </p:nvSpPr>
          <p:spPr>
            <a:xfrm>
              <a:off x="4507911" y="5751154"/>
              <a:ext cx="3388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0</a:t>
              </a:r>
              <a:endParaRPr lang="ko-KR" altLang="en-US" sz="12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</p:grpSp>
      <p:sp>
        <p:nvSpPr>
          <p:cNvPr id="230" name="TextBox 229"/>
          <p:cNvSpPr txBox="1"/>
          <p:nvPr/>
        </p:nvSpPr>
        <p:spPr>
          <a:xfrm>
            <a:off x="3386054" y="6057944"/>
            <a:ext cx="347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latin typeface="+mj-lt"/>
                <a:cs typeface="Times New Roman" pitchFamily="18" charset="0"/>
              </a:rPr>
              <a:t>+</a:t>
            </a:r>
            <a:endParaRPr lang="ko-KR" altLang="en-US" sz="1200" baseline="-25000" dirty="0">
              <a:latin typeface="+mj-lt"/>
              <a:cs typeface="Times New Roman" pitchFamily="18" charset="0"/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7703591" y="1880196"/>
            <a:ext cx="338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2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grpSp>
        <p:nvGrpSpPr>
          <p:cNvPr id="234" name="그룹 233"/>
          <p:cNvGrpSpPr/>
          <p:nvPr/>
        </p:nvGrpSpPr>
        <p:grpSpPr>
          <a:xfrm>
            <a:off x="7786280" y="1112008"/>
            <a:ext cx="739560" cy="389399"/>
            <a:chOff x="6733837" y="2002526"/>
            <a:chExt cx="739560" cy="389399"/>
          </a:xfrm>
        </p:grpSpPr>
        <p:sp>
          <p:nvSpPr>
            <p:cNvPr id="247" name="TextBox 246"/>
            <p:cNvSpPr txBox="1"/>
            <p:nvPr/>
          </p:nvSpPr>
          <p:spPr>
            <a:xfrm>
              <a:off x="6733837" y="2002526"/>
              <a:ext cx="7395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400" baseline="-25000" dirty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9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250" name="직선 화살표 연결선 249"/>
            <p:cNvCxnSpPr/>
            <p:nvPr/>
          </p:nvCxnSpPr>
          <p:spPr>
            <a:xfrm flipH="1">
              <a:off x="7052366" y="2202397"/>
              <a:ext cx="10320" cy="189528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0" name="TextBox 269"/>
          <p:cNvSpPr txBox="1"/>
          <p:nvPr/>
        </p:nvSpPr>
        <p:spPr>
          <a:xfrm>
            <a:off x="7873015" y="1611560"/>
            <a:ext cx="338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2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5649765" y="3897704"/>
            <a:ext cx="677694" cy="2023090"/>
            <a:chOff x="7596336" y="4005064"/>
            <a:chExt cx="677694" cy="2023090"/>
          </a:xfrm>
        </p:grpSpPr>
        <p:cxnSp>
          <p:nvCxnSpPr>
            <p:cNvPr id="271" name="직선 연결선 270"/>
            <p:cNvCxnSpPr/>
            <p:nvPr/>
          </p:nvCxnSpPr>
          <p:spPr>
            <a:xfrm>
              <a:off x="7606772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직선 연결선 271"/>
            <p:cNvCxnSpPr/>
            <p:nvPr/>
          </p:nvCxnSpPr>
          <p:spPr>
            <a:xfrm>
              <a:off x="8124547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직선 연결선 272"/>
            <p:cNvCxnSpPr/>
            <p:nvPr/>
          </p:nvCxnSpPr>
          <p:spPr>
            <a:xfrm>
              <a:off x="7606772" y="5589240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직선 연결선 273"/>
            <p:cNvCxnSpPr/>
            <p:nvPr/>
          </p:nvCxnSpPr>
          <p:spPr>
            <a:xfrm>
              <a:off x="7606772" y="535777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직선 연결선 274"/>
            <p:cNvCxnSpPr/>
            <p:nvPr/>
          </p:nvCxnSpPr>
          <p:spPr>
            <a:xfrm>
              <a:off x="7606772" y="5118671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직선 연결선 275"/>
            <p:cNvCxnSpPr/>
            <p:nvPr/>
          </p:nvCxnSpPr>
          <p:spPr>
            <a:xfrm>
              <a:off x="7606772" y="4879564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직선 연결선 276"/>
            <p:cNvCxnSpPr/>
            <p:nvPr/>
          </p:nvCxnSpPr>
          <p:spPr>
            <a:xfrm>
              <a:off x="7606772" y="4640949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직선 연결선 277"/>
            <p:cNvCxnSpPr/>
            <p:nvPr/>
          </p:nvCxnSpPr>
          <p:spPr>
            <a:xfrm>
              <a:off x="7606772" y="440023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직사각형 278"/>
            <p:cNvSpPr/>
            <p:nvPr/>
          </p:nvSpPr>
          <p:spPr>
            <a:xfrm>
              <a:off x="7606772" y="5772106"/>
              <a:ext cx="517818" cy="23664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7596336" y="5751155"/>
              <a:ext cx="67769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latin typeface="+mj-lt"/>
                  <a:cs typeface="Times New Roman" pitchFamily="18" charset="0"/>
                </a:rPr>
                <a:t>node</a:t>
              </a:r>
              <a:r>
                <a:rPr lang="en-US" altLang="ko-KR" sz="1200" baseline="-25000" dirty="0">
                  <a:latin typeface="+mj-lt"/>
                  <a:cs typeface="Times New Roman" pitchFamily="18" charset="0"/>
                </a:rPr>
                <a:t>9</a:t>
              </a:r>
              <a:endParaRPr lang="ko-KR" altLang="en-US" sz="1200" baseline="-25000" dirty="0">
                <a:latin typeface="+mj-lt"/>
                <a:cs typeface="Times New Roman" pitchFamily="18" charset="0"/>
              </a:endParaRPr>
            </a:p>
          </p:txBody>
        </p:sp>
      </p:grpSp>
      <p:sp>
        <p:nvSpPr>
          <p:cNvPr id="281" name="TextBox 280"/>
          <p:cNvSpPr txBox="1"/>
          <p:nvPr/>
        </p:nvSpPr>
        <p:spPr>
          <a:xfrm>
            <a:off x="5793781" y="6057944"/>
            <a:ext cx="4305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+mj-lt"/>
                <a:cs typeface="Times New Roman" pitchFamily="18" charset="0"/>
              </a:rPr>
              <a:t>E</a:t>
            </a:r>
            <a:endParaRPr lang="ko-KR" altLang="en-US" sz="1200" dirty="0">
              <a:latin typeface="+mj-lt"/>
              <a:cs typeface="Times New Roman" pitchFamily="18" charset="0"/>
            </a:endParaRPr>
          </a:p>
        </p:txBody>
      </p:sp>
      <p:sp>
        <p:nvSpPr>
          <p:cNvPr id="282" name="TextBox 281"/>
          <p:cNvSpPr txBox="1"/>
          <p:nvPr/>
        </p:nvSpPr>
        <p:spPr>
          <a:xfrm>
            <a:off x="8089893" y="1611560"/>
            <a:ext cx="338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+mj-lt"/>
                <a:cs typeface="Times New Roman" pitchFamily="18" charset="0"/>
              </a:rPr>
              <a:t>0</a:t>
            </a:r>
            <a:endParaRPr lang="ko-KR" altLang="en-US" sz="1200" baseline="-25000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grpSp>
        <p:nvGrpSpPr>
          <p:cNvPr id="283" name="그룹 282"/>
          <p:cNvGrpSpPr/>
          <p:nvPr/>
        </p:nvGrpSpPr>
        <p:grpSpPr>
          <a:xfrm>
            <a:off x="6337895" y="3897704"/>
            <a:ext cx="517818" cy="2023090"/>
            <a:chOff x="7606772" y="4005064"/>
            <a:chExt cx="517818" cy="2023090"/>
          </a:xfrm>
        </p:grpSpPr>
        <p:cxnSp>
          <p:nvCxnSpPr>
            <p:cNvPr id="284" name="직선 연결선 283"/>
            <p:cNvCxnSpPr/>
            <p:nvPr/>
          </p:nvCxnSpPr>
          <p:spPr>
            <a:xfrm>
              <a:off x="7606772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직선 연결선 284"/>
            <p:cNvCxnSpPr/>
            <p:nvPr/>
          </p:nvCxnSpPr>
          <p:spPr>
            <a:xfrm>
              <a:off x="8124547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직선 연결선 285"/>
            <p:cNvCxnSpPr/>
            <p:nvPr/>
          </p:nvCxnSpPr>
          <p:spPr>
            <a:xfrm>
              <a:off x="7606772" y="5589240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직선 연결선 286"/>
            <p:cNvCxnSpPr/>
            <p:nvPr/>
          </p:nvCxnSpPr>
          <p:spPr>
            <a:xfrm>
              <a:off x="7606772" y="535777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직선 연결선 287"/>
            <p:cNvCxnSpPr/>
            <p:nvPr/>
          </p:nvCxnSpPr>
          <p:spPr>
            <a:xfrm>
              <a:off x="7606772" y="5118671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>
              <a:off x="7606772" y="4879564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직선 연결선 289"/>
            <p:cNvCxnSpPr/>
            <p:nvPr/>
          </p:nvCxnSpPr>
          <p:spPr>
            <a:xfrm>
              <a:off x="7606772" y="4640949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직선 연결선 290"/>
            <p:cNvCxnSpPr/>
            <p:nvPr/>
          </p:nvCxnSpPr>
          <p:spPr>
            <a:xfrm>
              <a:off x="7606772" y="440023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2" name="직사각형 291"/>
            <p:cNvSpPr/>
            <p:nvPr/>
          </p:nvSpPr>
          <p:spPr>
            <a:xfrm>
              <a:off x="7606772" y="5772106"/>
              <a:ext cx="517818" cy="23664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3" name="TextBox 292"/>
            <p:cNvSpPr txBox="1"/>
            <p:nvPr/>
          </p:nvSpPr>
          <p:spPr>
            <a:xfrm>
              <a:off x="7731923" y="5751155"/>
              <a:ext cx="3388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0</a:t>
              </a:r>
              <a:endParaRPr lang="ko-KR" altLang="en-US" sz="12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</p:grpSp>
      <p:grpSp>
        <p:nvGrpSpPr>
          <p:cNvPr id="22" name="그룹 21"/>
          <p:cNvGrpSpPr/>
          <p:nvPr/>
        </p:nvGrpSpPr>
        <p:grpSpPr>
          <a:xfrm>
            <a:off x="6947201" y="3897704"/>
            <a:ext cx="1369215" cy="2023089"/>
            <a:chOff x="6947201" y="4005064"/>
            <a:chExt cx="1369215" cy="2023089"/>
          </a:xfrm>
        </p:grpSpPr>
        <p:cxnSp>
          <p:nvCxnSpPr>
            <p:cNvPr id="294" name="직선 연결선 293"/>
            <p:cNvCxnSpPr/>
            <p:nvPr/>
          </p:nvCxnSpPr>
          <p:spPr>
            <a:xfrm>
              <a:off x="7740352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직선 연결선 294"/>
            <p:cNvCxnSpPr/>
            <p:nvPr/>
          </p:nvCxnSpPr>
          <p:spPr>
            <a:xfrm>
              <a:off x="8258127" y="4005064"/>
              <a:ext cx="0" cy="1584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직선 연결선 295"/>
            <p:cNvCxnSpPr/>
            <p:nvPr/>
          </p:nvCxnSpPr>
          <p:spPr>
            <a:xfrm>
              <a:off x="7740352" y="5589240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직선 연결선 296"/>
            <p:cNvCxnSpPr/>
            <p:nvPr/>
          </p:nvCxnSpPr>
          <p:spPr>
            <a:xfrm>
              <a:off x="7740352" y="535777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직선 연결선 297"/>
            <p:cNvCxnSpPr/>
            <p:nvPr/>
          </p:nvCxnSpPr>
          <p:spPr>
            <a:xfrm>
              <a:off x="7740352" y="5118671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직선 연결선 298"/>
            <p:cNvCxnSpPr/>
            <p:nvPr/>
          </p:nvCxnSpPr>
          <p:spPr>
            <a:xfrm>
              <a:off x="7740352" y="4879564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>
              <a:off x="7740352" y="4640949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직선 연결선 300"/>
            <p:cNvCxnSpPr/>
            <p:nvPr/>
          </p:nvCxnSpPr>
          <p:spPr>
            <a:xfrm>
              <a:off x="7740352" y="4400238"/>
              <a:ext cx="5048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2" name="직사각형 301"/>
            <p:cNvSpPr/>
            <p:nvPr/>
          </p:nvSpPr>
          <p:spPr>
            <a:xfrm>
              <a:off x="7740352" y="5772106"/>
              <a:ext cx="517818" cy="23664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3" name="TextBox 302"/>
            <p:cNvSpPr txBox="1"/>
            <p:nvPr/>
          </p:nvSpPr>
          <p:spPr>
            <a:xfrm>
              <a:off x="7698774" y="5751154"/>
              <a:ext cx="6176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NULL</a:t>
              </a:r>
              <a:endParaRPr lang="ko-KR" altLang="en-US" sz="1200" b="1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  <p:sp>
          <p:nvSpPr>
            <p:cNvPr id="304" name="TextBox 303"/>
            <p:cNvSpPr txBox="1"/>
            <p:nvPr/>
          </p:nvSpPr>
          <p:spPr>
            <a:xfrm>
              <a:off x="6947201" y="4980171"/>
              <a:ext cx="721143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pop</a:t>
              </a:r>
            </a:p>
            <a:p>
              <a:endParaRPr lang="en-US" altLang="ko-KR" sz="1200" baseline="-250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  <a:p>
              <a:r>
                <a:rPr lang="en-US" altLang="ko-KR" sz="1200" dirty="0" smtClean="0">
                  <a:solidFill>
                    <a:srgbClr val="FF0000"/>
                  </a:solidFill>
                  <a:latin typeface="+mj-lt"/>
                  <a:cs typeface="Times New Roman" pitchFamily="18" charset="0"/>
                </a:rPr>
                <a:t>returns null</a:t>
              </a:r>
              <a:endParaRPr lang="ko-KR" altLang="en-US" sz="1200" dirty="0">
                <a:solidFill>
                  <a:srgbClr val="FF0000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305" name="직선 화살표 연결선 304"/>
            <p:cNvCxnSpPr/>
            <p:nvPr/>
          </p:nvCxnSpPr>
          <p:spPr>
            <a:xfrm>
              <a:off x="6999729" y="5301208"/>
              <a:ext cx="524599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6" name="TextBox 305"/>
          <p:cNvSpPr txBox="1"/>
          <p:nvPr/>
        </p:nvSpPr>
        <p:spPr>
          <a:xfrm>
            <a:off x="7090665" y="5940569"/>
            <a:ext cx="17835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0066FF"/>
                </a:solidFill>
                <a:latin typeface="+mj-lt"/>
                <a:cs typeface="Times New Roman" pitchFamily="18" charset="0"/>
              </a:rPr>
              <a:t>The number of calls of push?</a:t>
            </a:r>
            <a:endParaRPr lang="ko-KR" altLang="en-US" sz="1600" baseline="-25000" dirty="0">
              <a:solidFill>
                <a:srgbClr val="0066FF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309" name="직사각형 308"/>
          <p:cNvSpPr/>
          <p:nvPr/>
        </p:nvSpPr>
        <p:spPr>
          <a:xfrm>
            <a:off x="1187624" y="2534227"/>
            <a:ext cx="4129894" cy="176100"/>
          </a:xfrm>
          <a:prstGeom prst="rect">
            <a:avLst/>
          </a:prstGeom>
          <a:solidFill>
            <a:schemeClr val="accent5">
              <a:lumMod val="60000"/>
              <a:lumOff val="4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960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" grpId="0"/>
      <p:bldP spid="184" grpId="0"/>
      <p:bldP spid="230" grpId="0"/>
      <p:bldP spid="231" grpId="0"/>
      <p:bldP spid="270" grpId="0"/>
      <p:bldP spid="281" grpId="0"/>
      <p:bldP spid="282" grpId="0"/>
      <p:bldP spid="306" grpId="0"/>
      <p:bldP spid="30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1" y="793672"/>
            <a:ext cx="2967895" cy="2730232"/>
          </a:xfrm>
          <a:prstGeom prst="rect">
            <a:avLst/>
          </a:prstGeom>
        </p:spPr>
      </p:pic>
      <p:pic>
        <p:nvPicPr>
          <p:cNvPr id="231" name="Picture 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810" y="3869059"/>
            <a:ext cx="1965061" cy="1358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85" name="TextBox 84"/>
          <p:cNvSpPr txBox="1"/>
          <p:nvPr/>
        </p:nvSpPr>
        <p:spPr>
          <a:xfrm>
            <a:off x="8571688" y="2132856"/>
            <a:ext cx="39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+</a:t>
            </a:r>
            <a:endParaRPr lang="ko-KR" altLang="en-US" sz="14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8571688" y="3523904"/>
            <a:ext cx="39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*</a:t>
            </a:r>
            <a:endParaRPr lang="ko-KR" altLang="en-US" sz="14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4" name="TextBox 213"/>
          <p:cNvSpPr txBox="1"/>
          <p:nvPr/>
        </p:nvSpPr>
        <p:spPr>
          <a:xfrm>
            <a:off x="8571688" y="4941168"/>
            <a:ext cx="39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E</a:t>
            </a:r>
            <a:endParaRPr lang="ko-KR" altLang="en-US" sz="14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7" name="TextBox 236"/>
          <p:cNvSpPr txBox="1"/>
          <p:nvPr/>
        </p:nvSpPr>
        <p:spPr>
          <a:xfrm>
            <a:off x="8571688" y="5661248"/>
            <a:ext cx="39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*</a:t>
            </a:r>
            <a:endParaRPr lang="ko-KR" altLang="en-US" sz="14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43" name="그룹 242"/>
          <p:cNvGrpSpPr/>
          <p:nvPr/>
        </p:nvGrpSpPr>
        <p:grpSpPr>
          <a:xfrm>
            <a:off x="1834096" y="3460140"/>
            <a:ext cx="494990" cy="420725"/>
            <a:chOff x="7194269" y="523997"/>
            <a:chExt cx="494990" cy="420725"/>
          </a:xfrm>
        </p:grpSpPr>
        <p:sp>
          <p:nvSpPr>
            <p:cNvPr id="244" name="TextBox 243"/>
            <p:cNvSpPr txBox="1"/>
            <p:nvPr/>
          </p:nvSpPr>
          <p:spPr>
            <a:xfrm>
              <a:off x="7194269" y="523997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1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245" name="직선 화살표 연결선 244"/>
            <p:cNvCxnSpPr/>
            <p:nvPr/>
          </p:nvCxnSpPr>
          <p:spPr>
            <a:xfrm flipH="1">
              <a:off x="7283448" y="718826"/>
              <a:ext cx="158316" cy="225896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6" name="그룹 245"/>
          <p:cNvGrpSpPr/>
          <p:nvPr/>
        </p:nvGrpSpPr>
        <p:grpSpPr>
          <a:xfrm>
            <a:off x="1202683" y="3772855"/>
            <a:ext cx="494990" cy="379784"/>
            <a:chOff x="7317370" y="682823"/>
            <a:chExt cx="494990" cy="379784"/>
          </a:xfrm>
        </p:grpSpPr>
        <p:sp>
          <p:nvSpPr>
            <p:cNvPr id="247" name="TextBox 246"/>
            <p:cNvSpPr txBox="1"/>
            <p:nvPr/>
          </p:nvSpPr>
          <p:spPr>
            <a:xfrm>
              <a:off x="7317370" y="682823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2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248" name="직선 화살표 연결선 247"/>
            <p:cNvCxnSpPr/>
            <p:nvPr/>
          </p:nvCxnSpPr>
          <p:spPr>
            <a:xfrm>
              <a:off x="7558769" y="836711"/>
              <a:ext cx="33384" cy="225896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9" name="그룹 248"/>
          <p:cNvGrpSpPr/>
          <p:nvPr/>
        </p:nvGrpSpPr>
        <p:grpSpPr>
          <a:xfrm>
            <a:off x="2204802" y="3765677"/>
            <a:ext cx="494990" cy="386962"/>
            <a:chOff x="7558769" y="675645"/>
            <a:chExt cx="494990" cy="386962"/>
          </a:xfrm>
        </p:grpSpPr>
        <p:sp>
          <p:nvSpPr>
            <p:cNvPr id="250" name="TextBox 249"/>
            <p:cNvSpPr txBox="1"/>
            <p:nvPr/>
          </p:nvSpPr>
          <p:spPr>
            <a:xfrm>
              <a:off x="7558769" y="675645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3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251" name="직선 화살표 연결선 250"/>
            <p:cNvCxnSpPr/>
            <p:nvPr/>
          </p:nvCxnSpPr>
          <p:spPr>
            <a:xfrm flipH="1">
              <a:off x="7592153" y="904547"/>
              <a:ext cx="67014" cy="158060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그룹 251"/>
          <p:cNvGrpSpPr/>
          <p:nvPr/>
        </p:nvGrpSpPr>
        <p:grpSpPr>
          <a:xfrm>
            <a:off x="788487" y="4073454"/>
            <a:ext cx="494990" cy="379784"/>
            <a:chOff x="7317370" y="682823"/>
            <a:chExt cx="494990" cy="379784"/>
          </a:xfrm>
        </p:grpSpPr>
        <p:sp>
          <p:nvSpPr>
            <p:cNvPr id="253" name="TextBox 252"/>
            <p:cNvSpPr txBox="1"/>
            <p:nvPr/>
          </p:nvSpPr>
          <p:spPr>
            <a:xfrm>
              <a:off x="7317370" y="682823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4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254" name="직선 화살표 연결선 253"/>
            <p:cNvCxnSpPr/>
            <p:nvPr/>
          </p:nvCxnSpPr>
          <p:spPr>
            <a:xfrm>
              <a:off x="7558769" y="836711"/>
              <a:ext cx="33384" cy="225896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5" name="그룹 254"/>
          <p:cNvGrpSpPr/>
          <p:nvPr/>
        </p:nvGrpSpPr>
        <p:grpSpPr>
          <a:xfrm>
            <a:off x="1586601" y="4073454"/>
            <a:ext cx="494990" cy="379784"/>
            <a:chOff x="7317370" y="682823"/>
            <a:chExt cx="494990" cy="379784"/>
          </a:xfrm>
        </p:grpSpPr>
        <p:sp>
          <p:nvSpPr>
            <p:cNvPr id="256" name="TextBox 255"/>
            <p:cNvSpPr txBox="1"/>
            <p:nvPr/>
          </p:nvSpPr>
          <p:spPr>
            <a:xfrm>
              <a:off x="7317370" y="682823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5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257" name="직선 화살표 연결선 256"/>
            <p:cNvCxnSpPr/>
            <p:nvPr/>
          </p:nvCxnSpPr>
          <p:spPr>
            <a:xfrm>
              <a:off x="7558769" y="836711"/>
              <a:ext cx="33384" cy="225896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8" name="TextBox 257"/>
          <p:cNvSpPr txBox="1"/>
          <p:nvPr/>
        </p:nvSpPr>
        <p:spPr>
          <a:xfrm>
            <a:off x="1979712" y="4186400"/>
            <a:ext cx="268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9" name="TextBox 258"/>
          <p:cNvSpPr txBox="1"/>
          <p:nvPr/>
        </p:nvSpPr>
        <p:spPr>
          <a:xfrm>
            <a:off x="2170942" y="4186399"/>
            <a:ext cx="268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1532" name="그룹 21531"/>
          <p:cNvGrpSpPr/>
          <p:nvPr/>
        </p:nvGrpSpPr>
        <p:grpSpPr>
          <a:xfrm>
            <a:off x="2915816" y="616100"/>
            <a:ext cx="6197218" cy="672405"/>
            <a:chOff x="2915816" y="616100"/>
            <a:chExt cx="6197218" cy="672405"/>
          </a:xfrm>
        </p:grpSpPr>
        <p:cxnSp>
          <p:nvCxnSpPr>
            <p:cNvPr id="5" name="직선 연결선 4"/>
            <p:cNvCxnSpPr/>
            <p:nvPr/>
          </p:nvCxnSpPr>
          <p:spPr>
            <a:xfrm>
              <a:off x="4076126" y="771342"/>
              <a:ext cx="42206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/>
          </p:nvCxnSpPr>
          <p:spPr>
            <a:xfrm>
              <a:off x="4076126" y="1059374"/>
              <a:ext cx="42206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/>
            <p:cNvCxnSpPr/>
            <p:nvPr/>
          </p:nvCxnSpPr>
          <p:spPr>
            <a:xfrm>
              <a:off x="4364158" y="77134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>
              <a:off x="4737966" y="77134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>
              <a:off x="5111774" y="77134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/>
          </p:nvCxnSpPr>
          <p:spPr>
            <a:xfrm>
              <a:off x="5485582" y="77134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5859390" y="77134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>
            <a:xfrm>
              <a:off x="6233198" y="77134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>
              <a:off x="6607006" y="77134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/>
          </p:nvCxnSpPr>
          <p:spPr>
            <a:xfrm>
              <a:off x="6980814" y="77134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/>
            <p:cNvCxnSpPr/>
            <p:nvPr/>
          </p:nvCxnSpPr>
          <p:spPr>
            <a:xfrm>
              <a:off x="7354622" y="77134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4499992" y="980728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>
                  <a:latin typeface="Times New Roman" pitchFamily="18" charset="0"/>
                  <a:cs typeface="Times New Roman" pitchFamily="18" charset="0"/>
                </a:rPr>
                <a:t>r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355976" y="980728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f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2915816" y="761469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endParaRPr lang="ko-KR" altLang="en-US" sz="1400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3302903" y="788778"/>
              <a:ext cx="413183" cy="28803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3302903" y="769032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8423141" y="616100"/>
              <a:ext cx="6898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latin typeface="Times New Roman" pitchFamily="18" charset="0"/>
                  <a:cs typeface="Times New Roman" pitchFamily="18" charset="0"/>
                </a:rPr>
                <a:t>output</a:t>
              </a:r>
              <a:endParaRPr lang="ko-KR" altLang="en-US" sz="1400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74" name="직선 연결선 273"/>
            <p:cNvCxnSpPr/>
            <p:nvPr/>
          </p:nvCxnSpPr>
          <p:spPr>
            <a:xfrm>
              <a:off x="7740352" y="774576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직선 연결선 274"/>
            <p:cNvCxnSpPr/>
            <p:nvPr/>
          </p:nvCxnSpPr>
          <p:spPr>
            <a:xfrm>
              <a:off x="8114160" y="774576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33" name="그룹 21532"/>
          <p:cNvGrpSpPr/>
          <p:nvPr/>
        </p:nvGrpSpPr>
        <p:grpSpPr>
          <a:xfrm>
            <a:off x="2915816" y="1412776"/>
            <a:ext cx="5390852" cy="562828"/>
            <a:chOff x="2915816" y="1412776"/>
            <a:chExt cx="5390852" cy="562828"/>
          </a:xfrm>
        </p:grpSpPr>
        <p:cxnSp>
          <p:nvCxnSpPr>
            <p:cNvPr id="36" name="직선 연결선 35"/>
            <p:cNvCxnSpPr/>
            <p:nvPr/>
          </p:nvCxnSpPr>
          <p:spPr>
            <a:xfrm>
              <a:off x="4076126" y="1442181"/>
              <a:ext cx="42206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/>
            <p:cNvCxnSpPr/>
            <p:nvPr/>
          </p:nvCxnSpPr>
          <p:spPr>
            <a:xfrm>
              <a:off x="4076126" y="1730213"/>
              <a:ext cx="423054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/>
            <p:cNvCxnSpPr/>
            <p:nvPr/>
          </p:nvCxnSpPr>
          <p:spPr>
            <a:xfrm>
              <a:off x="4364158" y="1442181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/>
            <p:cNvCxnSpPr/>
            <p:nvPr/>
          </p:nvCxnSpPr>
          <p:spPr>
            <a:xfrm>
              <a:off x="4737966" y="1442181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/>
            <p:cNvCxnSpPr/>
            <p:nvPr/>
          </p:nvCxnSpPr>
          <p:spPr>
            <a:xfrm>
              <a:off x="5111774" y="1442181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/>
            <p:cNvCxnSpPr/>
            <p:nvPr/>
          </p:nvCxnSpPr>
          <p:spPr>
            <a:xfrm>
              <a:off x="5485582" y="1442181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/>
            <p:cNvCxnSpPr/>
            <p:nvPr/>
          </p:nvCxnSpPr>
          <p:spPr>
            <a:xfrm>
              <a:off x="5859390" y="1442181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>
              <a:off x="6233198" y="1442181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/>
            <p:cNvCxnSpPr/>
            <p:nvPr/>
          </p:nvCxnSpPr>
          <p:spPr>
            <a:xfrm>
              <a:off x="6607006" y="1442181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/>
            <p:cNvCxnSpPr/>
            <p:nvPr/>
          </p:nvCxnSpPr>
          <p:spPr>
            <a:xfrm>
              <a:off x="6980814" y="1442181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/>
            <p:cNvCxnSpPr/>
            <p:nvPr/>
          </p:nvCxnSpPr>
          <p:spPr>
            <a:xfrm>
              <a:off x="7354622" y="1442181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4364158" y="1667827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f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796206" y="1667827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>
                  <a:latin typeface="Times New Roman" pitchFamily="18" charset="0"/>
                  <a:cs typeface="Times New Roman" pitchFamily="18" charset="0"/>
                </a:rPr>
                <a:t>r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716016" y="1422650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2915816" y="1442181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endParaRPr lang="ko-KR" altLang="en-US" sz="1400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3302903" y="1432522"/>
              <a:ext cx="413183" cy="28803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3302903" y="1412776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94" name="직선 연결선 293"/>
            <p:cNvCxnSpPr/>
            <p:nvPr/>
          </p:nvCxnSpPr>
          <p:spPr>
            <a:xfrm>
              <a:off x="7740352" y="1442181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직선 연결선 294"/>
            <p:cNvCxnSpPr/>
            <p:nvPr/>
          </p:nvCxnSpPr>
          <p:spPr>
            <a:xfrm>
              <a:off x="8114160" y="1442181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그룹 50"/>
          <p:cNvGrpSpPr/>
          <p:nvPr/>
        </p:nvGrpSpPr>
        <p:grpSpPr>
          <a:xfrm>
            <a:off x="2915816" y="2132857"/>
            <a:ext cx="5390852" cy="565885"/>
            <a:chOff x="2915816" y="2132857"/>
            <a:chExt cx="5390852" cy="565885"/>
          </a:xfrm>
        </p:grpSpPr>
        <p:sp>
          <p:nvSpPr>
            <p:cNvPr id="66" name="TextBox 65"/>
            <p:cNvSpPr txBox="1"/>
            <p:nvPr/>
          </p:nvSpPr>
          <p:spPr>
            <a:xfrm>
              <a:off x="4724198" y="2390965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f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1534" name="그룹 21533"/>
            <p:cNvGrpSpPr/>
            <p:nvPr/>
          </p:nvGrpSpPr>
          <p:grpSpPr>
            <a:xfrm>
              <a:off x="2915816" y="2132857"/>
              <a:ext cx="5390852" cy="565885"/>
              <a:chOff x="2915816" y="2132857"/>
              <a:chExt cx="5390852" cy="565885"/>
            </a:xfrm>
          </p:grpSpPr>
          <p:cxnSp>
            <p:nvCxnSpPr>
              <p:cNvPr id="54" name="직선 연결선 53"/>
              <p:cNvCxnSpPr/>
              <p:nvPr/>
            </p:nvCxnSpPr>
            <p:spPr>
              <a:xfrm>
                <a:off x="4076126" y="2142731"/>
                <a:ext cx="423054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/>
              <p:cNvCxnSpPr/>
              <p:nvPr/>
            </p:nvCxnSpPr>
            <p:spPr>
              <a:xfrm>
                <a:off x="4076126" y="2430763"/>
                <a:ext cx="423054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연결선 55"/>
              <p:cNvCxnSpPr/>
              <p:nvPr/>
            </p:nvCxnSpPr>
            <p:spPr>
              <a:xfrm>
                <a:off x="4364158" y="2142731"/>
                <a:ext cx="0" cy="28803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직선 연결선 56"/>
              <p:cNvCxnSpPr/>
              <p:nvPr/>
            </p:nvCxnSpPr>
            <p:spPr>
              <a:xfrm>
                <a:off x="4737966" y="2142731"/>
                <a:ext cx="0" cy="28803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/>
              <p:cNvCxnSpPr/>
              <p:nvPr/>
            </p:nvCxnSpPr>
            <p:spPr>
              <a:xfrm>
                <a:off x="5111774" y="2142731"/>
                <a:ext cx="0" cy="28803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직선 연결선 58"/>
              <p:cNvCxnSpPr/>
              <p:nvPr/>
            </p:nvCxnSpPr>
            <p:spPr>
              <a:xfrm>
                <a:off x="5485582" y="2142731"/>
                <a:ext cx="0" cy="28803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직선 연결선 59"/>
              <p:cNvCxnSpPr/>
              <p:nvPr/>
            </p:nvCxnSpPr>
            <p:spPr>
              <a:xfrm>
                <a:off x="5859390" y="2142731"/>
                <a:ext cx="0" cy="28803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/>
              <p:cNvCxnSpPr/>
              <p:nvPr/>
            </p:nvCxnSpPr>
            <p:spPr>
              <a:xfrm>
                <a:off x="6233198" y="2142731"/>
                <a:ext cx="0" cy="28803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직선 연결선 61"/>
              <p:cNvCxnSpPr/>
              <p:nvPr/>
            </p:nvCxnSpPr>
            <p:spPr>
              <a:xfrm>
                <a:off x="6607006" y="2142731"/>
                <a:ext cx="0" cy="28803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직선 연결선 62"/>
              <p:cNvCxnSpPr/>
              <p:nvPr/>
            </p:nvCxnSpPr>
            <p:spPr>
              <a:xfrm>
                <a:off x="6980814" y="2142731"/>
                <a:ext cx="0" cy="28803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직선 연결선 63"/>
              <p:cNvCxnSpPr/>
              <p:nvPr/>
            </p:nvCxnSpPr>
            <p:spPr>
              <a:xfrm>
                <a:off x="7354622" y="2142731"/>
                <a:ext cx="0" cy="28803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TextBox 68"/>
              <p:cNvSpPr txBox="1"/>
              <p:nvPr/>
            </p:nvSpPr>
            <p:spPr>
              <a:xfrm>
                <a:off x="4796206" y="2390965"/>
                <a:ext cx="28803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i="1" dirty="0">
                    <a:latin typeface="Times New Roman" pitchFamily="18" charset="0"/>
                    <a:cs typeface="Times New Roman" pitchFamily="18" charset="0"/>
                  </a:rPr>
                  <a:t>r</a:t>
                </a:r>
                <a:endParaRPr lang="ko-KR" altLang="en-US" sz="1400" i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2" name="직사각형 71"/>
              <p:cNvSpPr/>
              <p:nvPr/>
            </p:nvSpPr>
            <p:spPr>
              <a:xfrm>
                <a:off x="3302903" y="2142731"/>
                <a:ext cx="413183" cy="28803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3302903" y="2132857"/>
                <a:ext cx="51223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i="1" dirty="0" smtClean="0">
                    <a:latin typeface="Times New Roman" pitchFamily="18" charset="0"/>
                    <a:cs typeface="Times New Roman" pitchFamily="18" charset="0"/>
                  </a:rPr>
                  <a:t>ptr</a:t>
                </a:r>
                <a:r>
                  <a:rPr lang="en-US" altLang="ko-KR" sz="1400" i="1" baseline="-25000" dirty="0" smtClean="0"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ko-KR" altLang="en-US" sz="1400" i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5" name="TextBox 74"/>
              <p:cNvSpPr txBox="1"/>
              <p:nvPr/>
            </p:nvSpPr>
            <p:spPr>
              <a:xfrm>
                <a:off x="2915816" y="2132857"/>
                <a:ext cx="51223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 smtClean="0">
                    <a:latin typeface="Times New Roman" pitchFamily="18" charset="0"/>
                    <a:cs typeface="Times New Roman" pitchFamily="18" charset="0"/>
                  </a:rPr>
                  <a:t>ptr</a:t>
                </a:r>
                <a:endParaRPr lang="ko-KR" altLang="en-US" sz="140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296" name="직선 연결선 295"/>
              <p:cNvCxnSpPr/>
              <p:nvPr/>
            </p:nvCxnSpPr>
            <p:spPr>
              <a:xfrm>
                <a:off x="7740352" y="2132857"/>
                <a:ext cx="0" cy="28803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직선 연결선 296"/>
              <p:cNvCxnSpPr/>
              <p:nvPr/>
            </p:nvCxnSpPr>
            <p:spPr>
              <a:xfrm>
                <a:off x="8114160" y="2132857"/>
                <a:ext cx="0" cy="28803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535" name="그룹 21534"/>
          <p:cNvGrpSpPr/>
          <p:nvPr/>
        </p:nvGrpSpPr>
        <p:grpSpPr>
          <a:xfrm>
            <a:off x="2915816" y="2852936"/>
            <a:ext cx="5390852" cy="547459"/>
            <a:chOff x="2915816" y="2852936"/>
            <a:chExt cx="5390852" cy="547459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4076126" y="2862810"/>
              <a:ext cx="423054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>
              <a:off x="4076126" y="3150842"/>
              <a:ext cx="423054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/>
            <p:cNvCxnSpPr/>
            <p:nvPr/>
          </p:nvCxnSpPr>
          <p:spPr>
            <a:xfrm>
              <a:off x="4364158" y="286281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/>
            <p:cNvCxnSpPr/>
            <p:nvPr/>
          </p:nvCxnSpPr>
          <p:spPr>
            <a:xfrm>
              <a:off x="4737966" y="286281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/>
            <p:cNvCxnSpPr/>
            <p:nvPr/>
          </p:nvCxnSpPr>
          <p:spPr>
            <a:xfrm>
              <a:off x="5111774" y="286281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/>
            <p:cNvCxnSpPr/>
            <p:nvPr/>
          </p:nvCxnSpPr>
          <p:spPr>
            <a:xfrm>
              <a:off x="5485582" y="286281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/>
            <p:cNvCxnSpPr/>
            <p:nvPr/>
          </p:nvCxnSpPr>
          <p:spPr>
            <a:xfrm>
              <a:off x="5859390" y="286281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연결선 92"/>
            <p:cNvCxnSpPr/>
            <p:nvPr/>
          </p:nvCxnSpPr>
          <p:spPr>
            <a:xfrm>
              <a:off x="6233198" y="286281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 93"/>
            <p:cNvCxnSpPr/>
            <p:nvPr/>
          </p:nvCxnSpPr>
          <p:spPr>
            <a:xfrm>
              <a:off x="6607006" y="286281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/>
            <p:cNvCxnSpPr/>
            <p:nvPr/>
          </p:nvCxnSpPr>
          <p:spPr>
            <a:xfrm>
              <a:off x="6980814" y="286281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 95"/>
            <p:cNvCxnSpPr/>
            <p:nvPr/>
          </p:nvCxnSpPr>
          <p:spPr>
            <a:xfrm>
              <a:off x="7354622" y="286281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/>
          </p:nvSpPr>
          <p:spPr>
            <a:xfrm>
              <a:off x="4724198" y="3092618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f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3302903" y="2862810"/>
              <a:ext cx="413183" cy="28803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3302903" y="2852936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2915816" y="2852936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endParaRPr lang="ko-KR" altLang="en-US" sz="1400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5067874" y="2852936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5571358" y="3092618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>
                  <a:latin typeface="Times New Roman" pitchFamily="18" charset="0"/>
                  <a:cs typeface="Times New Roman" pitchFamily="18" charset="0"/>
                </a:rPr>
                <a:t>r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5464535" y="2852936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98" name="직선 연결선 297"/>
            <p:cNvCxnSpPr/>
            <p:nvPr/>
          </p:nvCxnSpPr>
          <p:spPr>
            <a:xfrm>
              <a:off x="7740352" y="2877128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직선 연결선 298"/>
            <p:cNvCxnSpPr/>
            <p:nvPr/>
          </p:nvCxnSpPr>
          <p:spPr>
            <a:xfrm>
              <a:off x="8114160" y="2877128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그룹 33"/>
          <p:cNvGrpSpPr/>
          <p:nvPr/>
        </p:nvGrpSpPr>
        <p:grpSpPr>
          <a:xfrm>
            <a:off x="2915816" y="3543649"/>
            <a:ext cx="5380976" cy="533423"/>
            <a:chOff x="2915816" y="3543649"/>
            <a:chExt cx="5380976" cy="533423"/>
          </a:xfrm>
        </p:grpSpPr>
        <p:cxnSp>
          <p:nvCxnSpPr>
            <p:cNvPr id="125" name="직선 연결선 124"/>
            <p:cNvCxnSpPr/>
            <p:nvPr/>
          </p:nvCxnSpPr>
          <p:spPr>
            <a:xfrm>
              <a:off x="4076126" y="3554033"/>
              <a:ext cx="42206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직선 연결선 125"/>
            <p:cNvCxnSpPr/>
            <p:nvPr/>
          </p:nvCxnSpPr>
          <p:spPr>
            <a:xfrm>
              <a:off x="4076126" y="3842065"/>
              <a:ext cx="42206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직선 연결선 126"/>
            <p:cNvCxnSpPr/>
            <p:nvPr/>
          </p:nvCxnSpPr>
          <p:spPr>
            <a:xfrm>
              <a:off x="4364158" y="3554033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직선 연결선 127"/>
            <p:cNvCxnSpPr/>
            <p:nvPr/>
          </p:nvCxnSpPr>
          <p:spPr>
            <a:xfrm>
              <a:off x="4737966" y="3554033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직선 연결선 128"/>
            <p:cNvCxnSpPr/>
            <p:nvPr/>
          </p:nvCxnSpPr>
          <p:spPr>
            <a:xfrm>
              <a:off x="5111774" y="3554033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직선 연결선 129"/>
            <p:cNvCxnSpPr/>
            <p:nvPr/>
          </p:nvCxnSpPr>
          <p:spPr>
            <a:xfrm>
              <a:off x="5485582" y="3554033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직선 연결선 130"/>
            <p:cNvCxnSpPr/>
            <p:nvPr/>
          </p:nvCxnSpPr>
          <p:spPr>
            <a:xfrm>
              <a:off x="5859390" y="3554033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>
              <a:off x="6233198" y="3554033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직선 연결선 132"/>
            <p:cNvCxnSpPr/>
            <p:nvPr/>
          </p:nvCxnSpPr>
          <p:spPr>
            <a:xfrm>
              <a:off x="6607006" y="3554033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직선 연결선 133"/>
            <p:cNvCxnSpPr/>
            <p:nvPr/>
          </p:nvCxnSpPr>
          <p:spPr>
            <a:xfrm>
              <a:off x="6980814" y="3554033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직선 연결선 134"/>
            <p:cNvCxnSpPr/>
            <p:nvPr/>
          </p:nvCxnSpPr>
          <p:spPr>
            <a:xfrm>
              <a:off x="7354622" y="3554033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TextBox 136"/>
            <p:cNvSpPr txBox="1"/>
            <p:nvPr/>
          </p:nvSpPr>
          <p:spPr>
            <a:xfrm>
              <a:off x="5148064" y="3769295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f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9" name="직사각형 138"/>
            <p:cNvSpPr/>
            <p:nvPr/>
          </p:nvSpPr>
          <p:spPr>
            <a:xfrm>
              <a:off x="3302903" y="3554033"/>
              <a:ext cx="413183" cy="28803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3302903" y="3544159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2915816" y="3544159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endParaRPr lang="ko-KR" altLang="en-US" sz="1400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5571358" y="3769295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>
                  <a:latin typeface="Times New Roman" pitchFamily="18" charset="0"/>
                  <a:cs typeface="Times New Roman" pitchFamily="18" charset="0"/>
                </a:rPr>
                <a:t>r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6" name="TextBox 145"/>
            <p:cNvSpPr txBox="1"/>
            <p:nvPr/>
          </p:nvSpPr>
          <p:spPr>
            <a:xfrm>
              <a:off x="5464535" y="3544159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00" name="직선 연결선 299"/>
            <p:cNvCxnSpPr/>
            <p:nvPr/>
          </p:nvCxnSpPr>
          <p:spPr>
            <a:xfrm>
              <a:off x="7740352" y="3543649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직선 연결선 300"/>
            <p:cNvCxnSpPr/>
            <p:nvPr/>
          </p:nvCxnSpPr>
          <p:spPr>
            <a:xfrm>
              <a:off x="8114160" y="3543649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그룹 51"/>
          <p:cNvGrpSpPr/>
          <p:nvPr/>
        </p:nvGrpSpPr>
        <p:grpSpPr>
          <a:xfrm>
            <a:off x="2915816" y="4221088"/>
            <a:ext cx="5380976" cy="567186"/>
            <a:chOff x="2915816" y="4221088"/>
            <a:chExt cx="5380976" cy="567186"/>
          </a:xfrm>
        </p:grpSpPr>
        <p:cxnSp>
          <p:nvCxnSpPr>
            <p:cNvPr id="148" name="직선 연결선 147"/>
            <p:cNvCxnSpPr/>
            <p:nvPr/>
          </p:nvCxnSpPr>
          <p:spPr>
            <a:xfrm>
              <a:off x="4076126" y="4230962"/>
              <a:ext cx="42206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직선 연결선 148"/>
            <p:cNvCxnSpPr/>
            <p:nvPr/>
          </p:nvCxnSpPr>
          <p:spPr>
            <a:xfrm>
              <a:off x="4076126" y="4518994"/>
              <a:ext cx="42206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직선 연결선 149"/>
            <p:cNvCxnSpPr/>
            <p:nvPr/>
          </p:nvCxnSpPr>
          <p:spPr>
            <a:xfrm>
              <a:off x="4364158" y="423096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직선 연결선 150"/>
            <p:cNvCxnSpPr/>
            <p:nvPr/>
          </p:nvCxnSpPr>
          <p:spPr>
            <a:xfrm>
              <a:off x="4737966" y="423096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직선 연결선 151"/>
            <p:cNvCxnSpPr/>
            <p:nvPr/>
          </p:nvCxnSpPr>
          <p:spPr>
            <a:xfrm>
              <a:off x="5111774" y="423096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/>
            <p:cNvCxnSpPr/>
            <p:nvPr/>
          </p:nvCxnSpPr>
          <p:spPr>
            <a:xfrm>
              <a:off x="5485582" y="423096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/>
            <p:cNvCxnSpPr/>
            <p:nvPr/>
          </p:nvCxnSpPr>
          <p:spPr>
            <a:xfrm>
              <a:off x="5859390" y="423096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연결선 154"/>
            <p:cNvCxnSpPr/>
            <p:nvPr/>
          </p:nvCxnSpPr>
          <p:spPr>
            <a:xfrm>
              <a:off x="6233198" y="423096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/>
            <p:cNvCxnSpPr/>
            <p:nvPr/>
          </p:nvCxnSpPr>
          <p:spPr>
            <a:xfrm>
              <a:off x="6607006" y="423096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/>
            <p:cNvCxnSpPr/>
            <p:nvPr/>
          </p:nvCxnSpPr>
          <p:spPr>
            <a:xfrm>
              <a:off x="6980814" y="423096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직선 연결선 157"/>
            <p:cNvCxnSpPr/>
            <p:nvPr/>
          </p:nvCxnSpPr>
          <p:spPr>
            <a:xfrm>
              <a:off x="7354622" y="423096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TextBox 159"/>
            <p:cNvSpPr txBox="1"/>
            <p:nvPr/>
          </p:nvSpPr>
          <p:spPr>
            <a:xfrm>
              <a:off x="5148064" y="4480497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f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2" name="직사각형 161"/>
            <p:cNvSpPr/>
            <p:nvPr/>
          </p:nvSpPr>
          <p:spPr>
            <a:xfrm>
              <a:off x="3302903" y="4230962"/>
              <a:ext cx="413183" cy="28803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3302903" y="4221088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2915816" y="4221088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endParaRPr lang="ko-KR" altLang="en-US" sz="1400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5464535" y="4221088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6318974" y="4480497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>
                  <a:latin typeface="Times New Roman" pitchFamily="18" charset="0"/>
                  <a:cs typeface="Times New Roman" pitchFamily="18" charset="0"/>
                </a:rPr>
                <a:t>r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5843729" y="4221088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7" name="TextBox 176"/>
            <p:cNvSpPr txBox="1"/>
            <p:nvPr/>
          </p:nvSpPr>
          <p:spPr>
            <a:xfrm>
              <a:off x="6206871" y="4221088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 smtClean="0">
                  <a:latin typeface="Times New Roman" pitchFamily="18" charset="0"/>
                  <a:cs typeface="Times New Roman" pitchFamily="18" charset="0"/>
                </a:rPr>
                <a:t>5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02" name="직선 연결선 301"/>
            <p:cNvCxnSpPr/>
            <p:nvPr/>
          </p:nvCxnSpPr>
          <p:spPr>
            <a:xfrm>
              <a:off x="7740352" y="4221088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직선 연결선 302"/>
            <p:cNvCxnSpPr/>
            <p:nvPr/>
          </p:nvCxnSpPr>
          <p:spPr>
            <a:xfrm>
              <a:off x="8114160" y="4221088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6" name="그룹 275"/>
          <p:cNvGrpSpPr/>
          <p:nvPr/>
        </p:nvGrpSpPr>
        <p:grpSpPr>
          <a:xfrm>
            <a:off x="2915816" y="4941168"/>
            <a:ext cx="5380976" cy="576064"/>
            <a:chOff x="2915816" y="4941168"/>
            <a:chExt cx="5380976" cy="576064"/>
          </a:xfrm>
        </p:grpSpPr>
        <p:cxnSp>
          <p:nvCxnSpPr>
            <p:cNvPr id="196" name="직선 연결선 195"/>
            <p:cNvCxnSpPr/>
            <p:nvPr/>
          </p:nvCxnSpPr>
          <p:spPr>
            <a:xfrm>
              <a:off x="4076126" y="4951042"/>
              <a:ext cx="42206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직선 연결선 196"/>
            <p:cNvCxnSpPr/>
            <p:nvPr/>
          </p:nvCxnSpPr>
          <p:spPr>
            <a:xfrm>
              <a:off x="4076126" y="5239074"/>
              <a:ext cx="42206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직선 연결선 197"/>
            <p:cNvCxnSpPr/>
            <p:nvPr/>
          </p:nvCxnSpPr>
          <p:spPr>
            <a:xfrm>
              <a:off x="4364158" y="495104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직선 연결선 198"/>
            <p:cNvCxnSpPr/>
            <p:nvPr/>
          </p:nvCxnSpPr>
          <p:spPr>
            <a:xfrm>
              <a:off x="4737966" y="495104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직선 연결선 199"/>
            <p:cNvCxnSpPr/>
            <p:nvPr/>
          </p:nvCxnSpPr>
          <p:spPr>
            <a:xfrm>
              <a:off x="5111774" y="495104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직선 연결선 200"/>
            <p:cNvCxnSpPr/>
            <p:nvPr/>
          </p:nvCxnSpPr>
          <p:spPr>
            <a:xfrm>
              <a:off x="5485582" y="495104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직선 연결선 201"/>
            <p:cNvCxnSpPr/>
            <p:nvPr/>
          </p:nvCxnSpPr>
          <p:spPr>
            <a:xfrm>
              <a:off x="5859390" y="495104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직선 연결선 202"/>
            <p:cNvCxnSpPr/>
            <p:nvPr/>
          </p:nvCxnSpPr>
          <p:spPr>
            <a:xfrm>
              <a:off x="6233198" y="495104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직선 연결선 203"/>
            <p:cNvCxnSpPr/>
            <p:nvPr/>
          </p:nvCxnSpPr>
          <p:spPr>
            <a:xfrm>
              <a:off x="6607006" y="495104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직선 연결선 204"/>
            <p:cNvCxnSpPr/>
            <p:nvPr/>
          </p:nvCxnSpPr>
          <p:spPr>
            <a:xfrm>
              <a:off x="6980814" y="495104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직선 연결선 205"/>
            <p:cNvCxnSpPr/>
            <p:nvPr/>
          </p:nvCxnSpPr>
          <p:spPr>
            <a:xfrm>
              <a:off x="7354622" y="495104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TextBox 216"/>
            <p:cNvSpPr txBox="1"/>
            <p:nvPr/>
          </p:nvSpPr>
          <p:spPr>
            <a:xfrm>
              <a:off x="5580112" y="5209455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f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08" name="직사각형 207"/>
            <p:cNvSpPr/>
            <p:nvPr/>
          </p:nvSpPr>
          <p:spPr>
            <a:xfrm>
              <a:off x="3302903" y="4951042"/>
              <a:ext cx="413183" cy="28803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3302903" y="4941168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2915816" y="4941168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endParaRPr lang="ko-KR" altLang="en-US" sz="1400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6318974" y="5209455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>
                  <a:latin typeface="Times New Roman" pitchFamily="18" charset="0"/>
                  <a:cs typeface="Times New Roman" pitchFamily="18" charset="0"/>
                </a:rPr>
                <a:t>r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5843729" y="4941168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6206871" y="4941168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 smtClean="0">
                  <a:latin typeface="Times New Roman" pitchFamily="18" charset="0"/>
                  <a:cs typeface="Times New Roman" pitchFamily="18" charset="0"/>
                </a:rPr>
                <a:t>5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04" name="직선 연결선 303"/>
            <p:cNvCxnSpPr/>
            <p:nvPr/>
          </p:nvCxnSpPr>
          <p:spPr>
            <a:xfrm>
              <a:off x="7740352" y="4944171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직선 연결선 304"/>
            <p:cNvCxnSpPr/>
            <p:nvPr/>
          </p:nvCxnSpPr>
          <p:spPr>
            <a:xfrm>
              <a:off x="8114160" y="4944171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7" name="그룹 276"/>
          <p:cNvGrpSpPr/>
          <p:nvPr/>
        </p:nvGrpSpPr>
        <p:grpSpPr>
          <a:xfrm>
            <a:off x="2915816" y="5661248"/>
            <a:ext cx="5328592" cy="576064"/>
            <a:chOff x="2915816" y="5661248"/>
            <a:chExt cx="5328592" cy="576064"/>
          </a:xfrm>
        </p:grpSpPr>
        <p:cxnSp>
          <p:nvCxnSpPr>
            <p:cNvPr id="220" name="직선 연결선 219"/>
            <p:cNvCxnSpPr/>
            <p:nvPr/>
          </p:nvCxnSpPr>
          <p:spPr>
            <a:xfrm>
              <a:off x="4076126" y="5671122"/>
              <a:ext cx="416828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직선 연결선 220"/>
            <p:cNvCxnSpPr/>
            <p:nvPr/>
          </p:nvCxnSpPr>
          <p:spPr>
            <a:xfrm>
              <a:off x="4076126" y="5959154"/>
              <a:ext cx="416828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직선 연결선 221"/>
            <p:cNvCxnSpPr/>
            <p:nvPr/>
          </p:nvCxnSpPr>
          <p:spPr>
            <a:xfrm>
              <a:off x="4364158" y="567112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직선 연결선 222"/>
            <p:cNvCxnSpPr/>
            <p:nvPr/>
          </p:nvCxnSpPr>
          <p:spPr>
            <a:xfrm>
              <a:off x="4737966" y="567112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직선 연결선 223"/>
            <p:cNvCxnSpPr/>
            <p:nvPr/>
          </p:nvCxnSpPr>
          <p:spPr>
            <a:xfrm>
              <a:off x="5111774" y="567112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직선 연결선 224"/>
            <p:cNvCxnSpPr/>
            <p:nvPr/>
          </p:nvCxnSpPr>
          <p:spPr>
            <a:xfrm>
              <a:off x="5485582" y="567112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직선 연결선 225"/>
            <p:cNvCxnSpPr/>
            <p:nvPr/>
          </p:nvCxnSpPr>
          <p:spPr>
            <a:xfrm>
              <a:off x="5859390" y="567112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직선 연결선 226"/>
            <p:cNvCxnSpPr/>
            <p:nvPr/>
          </p:nvCxnSpPr>
          <p:spPr>
            <a:xfrm>
              <a:off x="6233198" y="567112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직선 연결선 227"/>
            <p:cNvCxnSpPr/>
            <p:nvPr/>
          </p:nvCxnSpPr>
          <p:spPr>
            <a:xfrm>
              <a:off x="6607006" y="567112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직선 연결선 228"/>
            <p:cNvCxnSpPr/>
            <p:nvPr/>
          </p:nvCxnSpPr>
          <p:spPr>
            <a:xfrm>
              <a:off x="6980814" y="567112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직선 연결선 229"/>
            <p:cNvCxnSpPr/>
            <p:nvPr/>
          </p:nvCxnSpPr>
          <p:spPr>
            <a:xfrm>
              <a:off x="7354622" y="567112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0" name="TextBox 239"/>
            <p:cNvSpPr txBox="1"/>
            <p:nvPr/>
          </p:nvSpPr>
          <p:spPr>
            <a:xfrm>
              <a:off x="5940152" y="5929535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f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2" name="직사각형 231"/>
            <p:cNvSpPr/>
            <p:nvPr/>
          </p:nvSpPr>
          <p:spPr>
            <a:xfrm>
              <a:off x="3302903" y="5671122"/>
              <a:ext cx="413183" cy="28803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3" name="TextBox 232"/>
            <p:cNvSpPr txBox="1"/>
            <p:nvPr/>
          </p:nvSpPr>
          <p:spPr>
            <a:xfrm>
              <a:off x="3302903" y="5661248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>
                  <a:latin typeface="Times New Roman" pitchFamily="18" charset="0"/>
                  <a:cs typeface="Times New Roman" pitchFamily="18" charset="0"/>
                </a:rPr>
                <a:t>4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4" name="TextBox 233"/>
            <p:cNvSpPr txBox="1"/>
            <p:nvPr/>
          </p:nvSpPr>
          <p:spPr>
            <a:xfrm>
              <a:off x="2915816" y="5661248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endParaRPr lang="ko-KR" altLang="en-US" sz="1400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8" name="TextBox 237"/>
            <p:cNvSpPr txBox="1"/>
            <p:nvPr/>
          </p:nvSpPr>
          <p:spPr>
            <a:xfrm>
              <a:off x="6300192" y="5929535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>
                  <a:latin typeface="Times New Roman" pitchFamily="18" charset="0"/>
                  <a:cs typeface="Times New Roman" pitchFamily="18" charset="0"/>
                </a:rPr>
                <a:t>r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6" name="TextBox 235"/>
            <p:cNvSpPr txBox="1"/>
            <p:nvPr/>
          </p:nvSpPr>
          <p:spPr>
            <a:xfrm>
              <a:off x="6206871" y="5661248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 smtClean="0">
                  <a:latin typeface="Times New Roman" pitchFamily="18" charset="0"/>
                  <a:cs typeface="Times New Roman" pitchFamily="18" charset="0"/>
                </a:rPr>
                <a:t>5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06" name="직선 연결선 305"/>
            <p:cNvCxnSpPr/>
            <p:nvPr/>
          </p:nvCxnSpPr>
          <p:spPr>
            <a:xfrm>
              <a:off x="7740352" y="567112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직선 연결선 306"/>
            <p:cNvCxnSpPr/>
            <p:nvPr/>
          </p:nvCxnSpPr>
          <p:spPr>
            <a:xfrm>
              <a:off x="8114160" y="567112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130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147" grpId="0"/>
      <p:bldP spid="214" grpId="0"/>
      <p:bldP spid="237" grpId="0"/>
      <p:bldP spid="258" grpId="0"/>
      <p:bldP spid="25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Picture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810" y="3869059"/>
            <a:ext cx="1965061" cy="1358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6</a:t>
            </a:fld>
            <a:endParaRPr lang="ko-KR" altLang="en-US"/>
          </a:p>
        </p:txBody>
      </p:sp>
      <p:grpSp>
        <p:nvGrpSpPr>
          <p:cNvPr id="9" name="그룹 8"/>
          <p:cNvGrpSpPr/>
          <p:nvPr/>
        </p:nvGrpSpPr>
        <p:grpSpPr>
          <a:xfrm>
            <a:off x="1834096" y="3450268"/>
            <a:ext cx="494990" cy="420725"/>
            <a:chOff x="7194269" y="523997"/>
            <a:chExt cx="494990" cy="420725"/>
          </a:xfrm>
        </p:grpSpPr>
        <p:sp>
          <p:nvSpPr>
            <p:cNvPr id="10" name="TextBox 9"/>
            <p:cNvSpPr txBox="1"/>
            <p:nvPr/>
          </p:nvSpPr>
          <p:spPr>
            <a:xfrm>
              <a:off x="7194269" y="523997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1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1" name="직선 화살표 연결선 10"/>
            <p:cNvCxnSpPr/>
            <p:nvPr/>
          </p:nvCxnSpPr>
          <p:spPr>
            <a:xfrm flipH="1">
              <a:off x="7283448" y="718826"/>
              <a:ext cx="158316" cy="225896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그룹 114"/>
          <p:cNvGrpSpPr/>
          <p:nvPr/>
        </p:nvGrpSpPr>
        <p:grpSpPr>
          <a:xfrm>
            <a:off x="1202683" y="3762983"/>
            <a:ext cx="494990" cy="379784"/>
            <a:chOff x="7317370" y="682823"/>
            <a:chExt cx="494990" cy="379784"/>
          </a:xfrm>
        </p:grpSpPr>
        <p:sp>
          <p:nvSpPr>
            <p:cNvPr id="116" name="TextBox 115"/>
            <p:cNvSpPr txBox="1"/>
            <p:nvPr/>
          </p:nvSpPr>
          <p:spPr>
            <a:xfrm>
              <a:off x="7317370" y="682823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2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17" name="직선 화살표 연결선 116"/>
            <p:cNvCxnSpPr/>
            <p:nvPr/>
          </p:nvCxnSpPr>
          <p:spPr>
            <a:xfrm>
              <a:off x="7558769" y="836711"/>
              <a:ext cx="33384" cy="225896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그룹 119"/>
          <p:cNvGrpSpPr/>
          <p:nvPr/>
        </p:nvGrpSpPr>
        <p:grpSpPr>
          <a:xfrm>
            <a:off x="2204802" y="3755805"/>
            <a:ext cx="494990" cy="386962"/>
            <a:chOff x="7558769" y="675645"/>
            <a:chExt cx="494990" cy="386962"/>
          </a:xfrm>
        </p:grpSpPr>
        <p:sp>
          <p:nvSpPr>
            <p:cNvPr id="121" name="TextBox 120"/>
            <p:cNvSpPr txBox="1"/>
            <p:nvPr/>
          </p:nvSpPr>
          <p:spPr>
            <a:xfrm>
              <a:off x="7558769" y="675645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3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22" name="직선 화살표 연결선 121"/>
            <p:cNvCxnSpPr/>
            <p:nvPr/>
          </p:nvCxnSpPr>
          <p:spPr>
            <a:xfrm flipH="1">
              <a:off x="7592153" y="904547"/>
              <a:ext cx="67014" cy="158060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0" name="그룹 169"/>
          <p:cNvGrpSpPr/>
          <p:nvPr/>
        </p:nvGrpSpPr>
        <p:grpSpPr>
          <a:xfrm>
            <a:off x="788487" y="4063582"/>
            <a:ext cx="494990" cy="379784"/>
            <a:chOff x="7317370" y="682823"/>
            <a:chExt cx="494990" cy="379784"/>
          </a:xfrm>
        </p:grpSpPr>
        <p:sp>
          <p:nvSpPr>
            <p:cNvPr id="171" name="TextBox 170"/>
            <p:cNvSpPr txBox="1"/>
            <p:nvPr/>
          </p:nvSpPr>
          <p:spPr>
            <a:xfrm>
              <a:off x="7317370" y="682823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4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72" name="직선 화살표 연결선 171"/>
            <p:cNvCxnSpPr/>
            <p:nvPr/>
          </p:nvCxnSpPr>
          <p:spPr>
            <a:xfrm>
              <a:off x="7558769" y="836711"/>
              <a:ext cx="33384" cy="225896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0" name="그룹 189"/>
          <p:cNvGrpSpPr/>
          <p:nvPr/>
        </p:nvGrpSpPr>
        <p:grpSpPr>
          <a:xfrm>
            <a:off x="1586601" y="4063582"/>
            <a:ext cx="494990" cy="379784"/>
            <a:chOff x="7317370" y="682823"/>
            <a:chExt cx="494990" cy="379784"/>
          </a:xfrm>
        </p:grpSpPr>
        <p:sp>
          <p:nvSpPr>
            <p:cNvPr id="191" name="TextBox 190"/>
            <p:cNvSpPr txBox="1"/>
            <p:nvPr/>
          </p:nvSpPr>
          <p:spPr>
            <a:xfrm>
              <a:off x="7317370" y="682823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5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192" name="직선 화살표 연결선 191"/>
            <p:cNvCxnSpPr/>
            <p:nvPr/>
          </p:nvCxnSpPr>
          <p:spPr>
            <a:xfrm>
              <a:off x="7558769" y="836711"/>
              <a:ext cx="33384" cy="225896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TextBox 166"/>
          <p:cNvSpPr txBox="1"/>
          <p:nvPr/>
        </p:nvSpPr>
        <p:spPr>
          <a:xfrm>
            <a:off x="1979712" y="4176528"/>
            <a:ext cx="268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2170942" y="4176527"/>
            <a:ext cx="268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5" name="그룹 204"/>
          <p:cNvGrpSpPr/>
          <p:nvPr/>
        </p:nvGrpSpPr>
        <p:grpSpPr>
          <a:xfrm>
            <a:off x="452648" y="4352072"/>
            <a:ext cx="494990" cy="379784"/>
            <a:chOff x="7317370" y="682823"/>
            <a:chExt cx="494990" cy="379784"/>
          </a:xfrm>
        </p:grpSpPr>
        <p:sp>
          <p:nvSpPr>
            <p:cNvPr id="206" name="TextBox 205"/>
            <p:cNvSpPr txBox="1"/>
            <p:nvPr/>
          </p:nvSpPr>
          <p:spPr>
            <a:xfrm>
              <a:off x="7317370" y="682823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6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207" name="직선 화살표 연결선 206"/>
            <p:cNvCxnSpPr/>
            <p:nvPr/>
          </p:nvCxnSpPr>
          <p:spPr>
            <a:xfrm>
              <a:off x="7558769" y="836711"/>
              <a:ext cx="33384" cy="225896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그룹 211"/>
          <p:cNvGrpSpPr/>
          <p:nvPr/>
        </p:nvGrpSpPr>
        <p:grpSpPr>
          <a:xfrm>
            <a:off x="1267445" y="4350333"/>
            <a:ext cx="494990" cy="379784"/>
            <a:chOff x="7317370" y="682823"/>
            <a:chExt cx="494990" cy="379784"/>
          </a:xfrm>
        </p:grpSpPr>
        <p:sp>
          <p:nvSpPr>
            <p:cNvPr id="213" name="TextBox 212"/>
            <p:cNvSpPr txBox="1"/>
            <p:nvPr/>
          </p:nvSpPr>
          <p:spPr>
            <a:xfrm>
              <a:off x="7317370" y="682823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7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214" name="직선 화살표 연결선 213"/>
            <p:cNvCxnSpPr/>
            <p:nvPr/>
          </p:nvCxnSpPr>
          <p:spPr>
            <a:xfrm>
              <a:off x="7558769" y="836711"/>
              <a:ext cx="33384" cy="225896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0" name="TextBox 259"/>
          <p:cNvSpPr txBox="1"/>
          <p:nvPr/>
        </p:nvSpPr>
        <p:spPr>
          <a:xfrm>
            <a:off x="8643696" y="1412776"/>
            <a:ext cx="39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D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7" name="TextBox 266"/>
          <p:cNvSpPr txBox="1"/>
          <p:nvPr/>
        </p:nvSpPr>
        <p:spPr>
          <a:xfrm>
            <a:off x="1619672" y="4489375"/>
            <a:ext cx="268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8" name="TextBox 267"/>
          <p:cNvSpPr txBox="1"/>
          <p:nvPr/>
        </p:nvSpPr>
        <p:spPr>
          <a:xfrm>
            <a:off x="1814244" y="4475637"/>
            <a:ext cx="268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6" name="TextBox 285"/>
          <p:cNvSpPr txBox="1"/>
          <p:nvPr/>
        </p:nvSpPr>
        <p:spPr>
          <a:xfrm>
            <a:off x="8643696" y="2060848"/>
            <a:ext cx="39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/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16" name="그룹 315"/>
          <p:cNvGrpSpPr/>
          <p:nvPr/>
        </p:nvGrpSpPr>
        <p:grpSpPr>
          <a:xfrm>
            <a:off x="128104" y="4608368"/>
            <a:ext cx="494990" cy="379784"/>
            <a:chOff x="7317370" y="682823"/>
            <a:chExt cx="494990" cy="379784"/>
          </a:xfrm>
        </p:grpSpPr>
        <p:sp>
          <p:nvSpPr>
            <p:cNvPr id="317" name="TextBox 316"/>
            <p:cNvSpPr txBox="1"/>
            <p:nvPr/>
          </p:nvSpPr>
          <p:spPr>
            <a:xfrm>
              <a:off x="7317370" y="682823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8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318" name="직선 화살표 연결선 317"/>
            <p:cNvCxnSpPr/>
            <p:nvPr/>
          </p:nvCxnSpPr>
          <p:spPr>
            <a:xfrm>
              <a:off x="7558769" y="836711"/>
              <a:ext cx="33384" cy="225896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9" name="그룹 318"/>
          <p:cNvGrpSpPr/>
          <p:nvPr/>
        </p:nvGrpSpPr>
        <p:grpSpPr>
          <a:xfrm>
            <a:off x="923044" y="4685312"/>
            <a:ext cx="494990" cy="379784"/>
            <a:chOff x="7317370" y="682823"/>
            <a:chExt cx="494990" cy="379784"/>
          </a:xfrm>
        </p:grpSpPr>
        <p:sp>
          <p:nvSpPr>
            <p:cNvPr id="320" name="TextBox 319"/>
            <p:cNvSpPr txBox="1"/>
            <p:nvPr/>
          </p:nvSpPr>
          <p:spPr>
            <a:xfrm>
              <a:off x="7317370" y="682823"/>
              <a:ext cx="4949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ptr</a:t>
              </a:r>
              <a:r>
                <a:rPr lang="en-US" altLang="ko-KR" sz="1400" baseline="-25000" dirty="0">
                  <a:solidFill>
                    <a:srgbClr val="0066FF"/>
                  </a:solidFill>
                  <a:latin typeface="+mj-lt"/>
                  <a:cs typeface="Times New Roman" pitchFamily="18" charset="0"/>
                </a:rPr>
                <a:t>9</a:t>
              </a:r>
              <a:endParaRPr lang="ko-KR" altLang="en-US" sz="1400" baseline="-25000" dirty="0">
                <a:solidFill>
                  <a:srgbClr val="0066FF"/>
                </a:solidFill>
                <a:latin typeface="+mj-lt"/>
                <a:cs typeface="Times New Roman" pitchFamily="18" charset="0"/>
              </a:endParaRPr>
            </a:p>
          </p:txBody>
        </p:sp>
        <p:cxnSp>
          <p:nvCxnSpPr>
            <p:cNvPr id="321" name="직선 화살표 연결선 320"/>
            <p:cNvCxnSpPr/>
            <p:nvPr/>
          </p:nvCxnSpPr>
          <p:spPr>
            <a:xfrm>
              <a:off x="7558769" y="836711"/>
              <a:ext cx="33384" cy="225896"/>
            </a:xfrm>
            <a:prstGeom prst="straightConnector1">
              <a:avLst/>
            </a:prstGeom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20" name="그룹 21519"/>
          <p:cNvGrpSpPr/>
          <p:nvPr/>
        </p:nvGrpSpPr>
        <p:grpSpPr>
          <a:xfrm>
            <a:off x="2915816" y="2708920"/>
            <a:ext cx="5523495" cy="576064"/>
            <a:chOff x="2915816" y="2708920"/>
            <a:chExt cx="5523495" cy="576064"/>
          </a:xfrm>
        </p:grpSpPr>
        <p:cxnSp>
          <p:nvCxnSpPr>
            <p:cNvPr id="294" name="직선 연결선 293"/>
            <p:cNvCxnSpPr/>
            <p:nvPr/>
          </p:nvCxnSpPr>
          <p:spPr>
            <a:xfrm>
              <a:off x="4076126" y="2718794"/>
              <a:ext cx="436318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직선 연결선 294"/>
            <p:cNvCxnSpPr/>
            <p:nvPr/>
          </p:nvCxnSpPr>
          <p:spPr>
            <a:xfrm>
              <a:off x="4076126" y="3006826"/>
              <a:ext cx="436318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직선 연결선 295"/>
            <p:cNvCxnSpPr/>
            <p:nvPr/>
          </p:nvCxnSpPr>
          <p:spPr>
            <a:xfrm>
              <a:off x="4364158" y="2718794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직선 연결선 296"/>
            <p:cNvCxnSpPr/>
            <p:nvPr/>
          </p:nvCxnSpPr>
          <p:spPr>
            <a:xfrm>
              <a:off x="4737966" y="2718794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직선 연결선 297"/>
            <p:cNvCxnSpPr/>
            <p:nvPr/>
          </p:nvCxnSpPr>
          <p:spPr>
            <a:xfrm>
              <a:off x="5111774" y="2718794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직선 연결선 298"/>
            <p:cNvCxnSpPr/>
            <p:nvPr/>
          </p:nvCxnSpPr>
          <p:spPr>
            <a:xfrm>
              <a:off x="5485582" y="2718794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>
              <a:off x="5859390" y="2718794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직선 연결선 300"/>
            <p:cNvCxnSpPr/>
            <p:nvPr/>
          </p:nvCxnSpPr>
          <p:spPr>
            <a:xfrm>
              <a:off x="6233198" y="2718794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직선 연결선 301"/>
            <p:cNvCxnSpPr/>
            <p:nvPr/>
          </p:nvCxnSpPr>
          <p:spPr>
            <a:xfrm>
              <a:off x="6607006" y="2718794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직선 연결선 302"/>
            <p:cNvCxnSpPr/>
            <p:nvPr/>
          </p:nvCxnSpPr>
          <p:spPr>
            <a:xfrm>
              <a:off x="6980814" y="2718794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직선 연결선 303"/>
            <p:cNvCxnSpPr/>
            <p:nvPr/>
          </p:nvCxnSpPr>
          <p:spPr>
            <a:xfrm>
              <a:off x="7354622" y="2718794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TextBox 313"/>
            <p:cNvSpPr txBox="1"/>
            <p:nvPr/>
          </p:nvSpPr>
          <p:spPr>
            <a:xfrm>
              <a:off x="6660232" y="2977207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f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6" name="직사각형 305"/>
            <p:cNvSpPr/>
            <p:nvPr/>
          </p:nvSpPr>
          <p:spPr>
            <a:xfrm>
              <a:off x="3302903" y="2718794"/>
              <a:ext cx="413183" cy="28803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7" name="TextBox 306"/>
            <p:cNvSpPr txBox="1"/>
            <p:nvPr/>
          </p:nvSpPr>
          <p:spPr>
            <a:xfrm>
              <a:off x="3302903" y="2708920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>
                  <a:latin typeface="Times New Roman" pitchFamily="18" charset="0"/>
                  <a:cs typeface="Times New Roman" pitchFamily="18" charset="0"/>
                </a:rPr>
                <a:t>6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8" name="TextBox 307"/>
            <p:cNvSpPr txBox="1"/>
            <p:nvPr/>
          </p:nvSpPr>
          <p:spPr>
            <a:xfrm>
              <a:off x="2915816" y="2708920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endParaRPr lang="ko-KR" altLang="en-US" sz="1400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2" name="TextBox 311"/>
            <p:cNvSpPr txBox="1"/>
            <p:nvPr/>
          </p:nvSpPr>
          <p:spPr>
            <a:xfrm>
              <a:off x="7812360" y="2977207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>
                  <a:latin typeface="Times New Roman" pitchFamily="18" charset="0"/>
                  <a:cs typeface="Times New Roman" pitchFamily="18" charset="0"/>
                </a:rPr>
                <a:t>r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11" name="TextBox 310"/>
            <p:cNvSpPr txBox="1"/>
            <p:nvPr/>
          </p:nvSpPr>
          <p:spPr>
            <a:xfrm>
              <a:off x="6940082" y="2708920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 smtClean="0">
                  <a:latin typeface="Times New Roman" pitchFamily="18" charset="0"/>
                  <a:cs typeface="Times New Roman" pitchFamily="18" charset="0"/>
                </a:rPr>
                <a:t>7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22" name="직선 연결선 321"/>
            <p:cNvCxnSpPr/>
            <p:nvPr/>
          </p:nvCxnSpPr>
          <p:spPr>
            <a:xfrm>
              <a:off x="7740352" y="2718794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직선 연결선 322"/>
            <p:cNvCxnSpPr/>
            <p:nvPr/>
          </p:nvCxnSpPr>
          <p:spPr>
            <a:xfrm>
              <a:off x="8114160" y="2718794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5" name="TextBox 324"/>
            <p:cNvSpPr txBox="1"/>
            <p:nvPr/>
          </p:nvSpPr>
          <p:spPr>
            <a:xfrm>
              <a:off x="7354622" y="2708920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>
                  <a:latin typeface="Times New Roman" pitchFamily="18" charset="0"/>
                  <a:cs typeface="Times New Roman" pitchFamily="18" charset="0"/>
                </a:rPr>
                <a:t>8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6" name="TextBox 325"/>
            <p:cNvSpPr txBox="1"/>
            <p:nvPr/>
          </p:nvSpPr>
          <p:spPr>
            <a:xfrm>
              <a:off x="7732170" y="2708920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 smtClean="0">
                  <a:latin typeface="Times New Roman" pitchFamily="18" charset="0"/>
                  <a:cs typeface="Times New Roman" pitchFamily="18" charset="0"/>
                </a:rPr>
                <a:t>9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1519" name="그룹 21518"/>
          <p:cNvGrpSpPr/>
          <p:nvPr/>
        </p:nvGrpSpPr>
        <p:grpSpPr>
          <a:xfrm>
            <a:off x="2915816" y="2060848"/>
            <a:ext cx="5523495" cy="576064"/>
            <a:chOff x="2915816" y="2060848"/>
            <a:chExt cx="5523495" cy="576064"/>
          </a:xfrm>
        </p:grpSpPr>
        <p:sp>
          <p:nvSpPr>
            <p:cNvPr id="291" name="TextBox 290"/>
            <p:cNvSpPr txBox="1"/>
            <p:nvPr/>
          </p:nvSpPr>
          <p:spPr>
            <a:xfrm>
              <a:off x="6660232" y="2329135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f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9" name="TextBox 288"/>
            <p:cNvSpPr txBox="1"/>
            <p:nvPr/>
          </p:nvSpPr>
          <p:spPr>
            <a:xfrm>
              <a:off x="7020272" y="2329135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>
                  <a:latin typeface="Times New Roman" pitchFamily="18" charset="0"/>
                  <a:cs typeface="Times New Roman" pitchFamily="18" charset="0"/>
                </a:rPr>
                <a:t>r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1518" name="그룹 21517"/>
            <p:cNvGrpSpPr/>
            <p:nvPr/>
          </p:nvGrpSpPr>
          <p:grpSpPr>
            <a:xfrm>
              <a:off x="2915816" y="2060848"/>
              <a:ext cx="5523495" cy="307777"/>
              <a:chOff x="2915816" y="2060848"/>
              <a:chExt cx="5523495" cy="307777"/>
            </a:xfrm>
          </p:grpSpPr>
          <p:cxnSp>
            <p:nvCxnSpPr>
              <p:cNvPr id="270" name="직선 연결선 269"/>
              <p:cNvCxnSpPr/>
              <p:nvPr/>
            </p:nvCxnSpPr>
            <p:spPr>
              <a:xfrm>
                <a:off x="4076126" y="2070722"/>
                <a:ext cx="436318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직선 연결선 270"/>
              <p:cNvCxnSpPr/>
              <p:nvPr/>
            </p:nvCxnSpPr>
            <p:spPr>
              <a:xfrm>
                <a:off x="4076126" y="2358754"/>
                <a:ext cx="436318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직선 연결선 271"/>
              <p:cNvCxnSpPr/>
              <p:nvPr/>
            </p:nvCxnSpPr>
            <p:spPr>
              <a:xfrm>
                <a:off x="4364158" y="2070722"/>
                <a:ext cx="0" cy="28803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직선 연결선 272"/>
              <p:cNvCxnSpPr/>
              <p:nvPr/>
            </p:nvCxnSpPr>
            <p:spPr>
              <a:xfrm>
                <a:off x="4737966" y="2070722"/>
                <a:ext cx="0" cy="28803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직선 연결선 273"/>
              <p:cNvCxnSpPr/>
              <p:nvPr/>
            </p:nvCxnSpPr>
            <p:spPr>
              <a:xfrm>
                <a:off x="5111774" y="2070722"/>
                <a:ext cx="0" cy="28803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직선 연결선 274"/>
              <p:cNvCxnSpPr/>
              <p:nvPr/>
            </p:nvCxnSpPr>
            <p:spPr>
              <a:xfrm>
                <a:off x="5485582" y="2070722"/>
                <a:ext cx="0" cy="28803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직선 연결선 275"/>
              <p:cNvCxnSpPr/>
              <p:nvPr/>
            </p:nvCxnSpPr>
            <p:spPr>
              <a:xfrm>
                <a:off x="5859390" y="2070722"/>
                <a:ext cx="0" cy="28803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직선 연결선 276"/>
              <p:cNvCxnSpPr/>
              <p:nvPr/>
            </p:nvCxnSpPr>
            <p:spPr>
              <a:xfrm>
                <a:off x="6233198" y="2070722"/>
                <a:ext cx="0" cy="28803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직선 연결선 277"/>
              <p:cNvCxnSpPr/>
              <p:nvPr/>
            </p:nvCxnSpPr>
            <p:spPr>
              <a:xfrm>
                <a:off x="6607006" y="2070722"/>
                <a:ext cx="0" cy="28803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직선 연결선 278"/>
              <p:cNvCxnSpPr/>
              <p:nvPr/>
            </p:nvCxnSpPr>
            <p:spPr>
              <a:xfrm>
                <a:off x="6980814" y="2070722"/>
                <a:ext cx="0" cy="28803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직선 연결선 279"/>
              <p:cNvCxnSpPr/>
              <p:nvPr/>
            </p:nvCxnSpPr>
            <p:spPr>
              <a:xfrm>
                <a:off x="7354622" y="2070722"/>
                <a:ext cx="0" cy="28803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2" name="직사각형 281"/>
              <p:cNvSpPr/>
              <p:nvPr/>
            </p:nvSpPr>
            <p:spPr>
              <a:xfrm>
                <a:off x="3302903" y="2070722"/>
                <a:ext cx="413183" cy="28803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3" name="TextBox 282"/>
              <p:cNvSpPr txBox="1"/>
              <p:nvPr/>
            </p:nvSpPr>
            <p:spPr>
              <a:xfrm>
                <a:off x="3302903" y="2060848"/>
                <a:ext cx="51223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i="1" dirty="0" smtClean="0">
                    <a:latin typeface="Times New Roman" pitchFamily="18" charset="0"/>
                    <a:cs typeface="Times New Roman" pitchFamily="18" charset="0"/>
                  </a:rPr>
                  <a:t>ptr</a:t>
                </a:r>
                <a:r>
                  <a:rPr lang="en-US" altLang="ko-KR" sz="1400" i="1" baseline="-25000" dirty="0">
                    <a:latin typeface="Times New Roman" pitchFamily="18" charset="0"/>
                    <a:cs typeface="Times New Roman" pitchFamily="18" charset="0"/>
                  </a:rPr>
                  <a:t>6</a:t>
                </a:r>
                <a:endParaRPr lang="ko-KR" altLang="en-US" sz="1400" i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84" name="TextBox 283"/>
              <p:cNvSpPr txBox="1"/>
              <p:nvPr/>
            </p:nvSpPr>
            <p:spPr>
              <a:xfrm>
                <a:off x="2915816" y="2060848"/>
                <a:ext cx="51223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 smtClean="0">
                    <a:latin typeface="Times New Roman" pitchFamily="18" charset="0"/>
                    <a:cs typeface="Times New Roman" pitchFamily="18" charset="0"/>
                  </a:rPr>
                  <a:t>ptr</a:t>
                </a:r>
                <a:endParaRPr lang="ko-KR" altLang="en-US" sz="140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88" name="TextBox 287"/>
              <p:cNvSpPr txBox="1"/>
              <p:nvPr/>
            </p:nvSpPr>
            <p:spPr>
              <a:xfrm>
                <a:off x="6940082" y="2060848"/>
                <a:ext cx="51223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i="1" dirty="0" smtClean="0">
                    <a:latin typeface="Times New Roman" pitchFamily="18" charset="0"/>
                    <a:cs typeface="Times New Roman" pitchFamily="18" charset="0"/>
                  </a:rPr>
                  <a:t>ptr</a:t>
                </a:r>
                <a:r>
                  <a:rPr lang="en-US" altLang="ko-KR" sz="1400" i="1" baseline="-25000" dirty="0" smtClean="0">
                    <a:latin typeface="Times New Roman" pitchFamily="18" charset="0"/>
                    <a:cs typeface="Times New Roman" pitchFamily="18" charset="0"/>
                  </a:rPr>
                  <a:t>7</a:t>
                </a:r>
                <a:endParaRPr lang="ko-KR" altLang="en-US" sz="1400" i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327" name="직선 연결선 326"/>
              <p:cNvCxnSpPr/>
              <p:nvPr/>
            </p:nvCxnSpPr>
            <p:spPr>
              <a:xfrm>
                <a:off x="7740352" y="2070723"/>
                <a:ext cx="0" cy="28803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직선 연결선 327"/>
              <p:cNvCxnSpPr/>
              <p:nvPr/>
            </p:nvCxnSpPr>
            <p:spPr>
              <a:xfrm>
                <a:off x="8114160" y="2070723"/>
                <a:ext cx="0" cy="28803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517" name="그룹 21516"/>
          <p:cNvGrpSpPr/>
          <p:nvPr/>
        </p:nvGrpSpPr>
        <p:grpSpPr>
          <a:xfrm>
            <a:off x="2915816" y="1412776"/>
            <a:ext cx="5523495" cy="576064"/>
            <a:chOff x="2915816" y="1412776"/>
            <a:chExt cx="5523495" cy="576064"/>
          </a:xfrm>
        </p:grpSpPr>
        <p:cxnSp>
          <p:nvCxnSpPr>
            <p:cNvPr id="243" name="직선 연결선 242"/>
            <p:cNvCxnSpPr/>
            <p:nvPr/>
          </p:nvCxnSpPr>
          <p:spPr>
            <a:xfrm>
              <a:off x="4076126" y="1422650"/>
              <a:ext cx="436318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직선 연결선 243"/>
            <p:cNvCxnSpPr/>
            <p:nvPr/>
          </p:nvCxnSpPr>
          <p:spPr>
            <a:xfrm>
              <a:off x="4076126" y="1710682"/>
              <a:ext cx="436318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직선 연결선 244"/>
            <p:cNvCxnSpPr/>
            <p:nvPr/>
          </p:nvCxnSpPr>
          <p:spPr>
            <a:xfrm>
              <a:off x="4364158" y="142265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직선 연결선 245"/>
            <p:cNvCxnSpPr/>
            <p:nvPr/>
          </p:nvCxnSpPr>
          <p:spPr>
            <a:xfrm>
              <a:off x="4737966" y="142265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직선 연결선 246"/>
            <p:cNvCxnSpPr/>
            <p:nvPr/>
          </p:nvCxnSpPr>
          <p:spPr>
            <a:xfrm>
              <a:off x="5111774" y="142265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직선 연결선 247"/>
            <p:cNvCxnSpPr/>
            <p:nvPr/>
          </p:nvCxnSpPr>
          <p:spPr>
            <a:xfrm>
              <a:off x="5485582" y="142265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직선 연결선 248"/>
            <p:cNvCxnSpPr/>
            <p:nvPr/>
          </p:nvCxnSpPr>
          <p:spPr>
            <a:xfrm>
              <a:off x="5859390" y="142265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직선 연결선 249"/>
            <p:cNvCxnSpPr/>
            <p:nvPr/>
          </p:nvCxnSpPr>
          <p:spPr>
            <a:xfrm>
              <a:off x="6233198" y="142265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직선 연결선 250"/>
            <p:cNvCxnSpPr/>
            <p:nvPr/>
          </p:nvCxnSpPr>
          <p:spPr>
            <a:xfrm>
              <a:off x="6607006" y="142265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직선 연결선 251"/>
            <p:cNvCxnSpPr/>
            <p:nvPr/>
          </p:nvCxnSpPr>
          <p:spPr>
            <a:xfrm>
              <a:off x="6980814" y="142265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직선 연결선 252"/>
            <p:cNvCxnSpPr/>
            <p:nvPr/>
          </p:nvCxnSpPr>
          <p:spPr>
            <a:xfrm>
              <a:off x="7354622" y="142265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5" name="TextBox 264"/>
            <p:cNvSpPr txBox="1"/>
            <p:nvPr/>
          </p:nvSpPr>
          <p:spPr>
            <a:xfrm>
              <a:off x="6300192" y="1681063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f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5" name="직사각형 254"/>
            <p:cNvSpPr/>
            <p:nvPr/>
          </p:nvSpPr>
          <p:spPr>
            <a:xfrm>
              <a:off x="3302903" y="1422650"/>
              <a:ext cx="413183" cy="28803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6" name="TextBox 255"/>
            <p:cNvSpPr txBox="1"/>
            <p:nvPr/>
          </p:nvSpPr>
          <p:spPr>
            <a:xfrm>
              <a:off x="3302903" y="1412776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 smtClean="0">
                  <a:latin typeface="Times New Roman" pitchFamily="18" charset="0"/>
                  <a:cs typeface="Times New Roman" pitchFamily="18" charset="0"/>
                </a:rPr>
                <a:t>5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7" name="TextBox 256"/>
            <p:cNvSpPr txBox="1"/>
            <p:nvPr/>
          </p:nvSpPr>
          <p:spPr>
            <a:xfrm>
              <a:off x="2915816" y="1412776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endParaRPr lang="ko-KR" altLang="en-US" sz="1400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3" name="TextBox 262"/>
            <p:cNvSpPr txBox="1"/>
            <p:nvPr/>
          </p:nvSpPr>
          <p:spPr>
            <a:xfrm>
              <a:off x="7020272" y="1681063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>
                  <a:latin typeface="Times New Roman" pitchFamily="18" charset="0"/>
                  <a:cs typeface="Times New Roman" pitchFamily="18" charset="0"/>
                </a:rPr>
                <a:t>r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1" name="TextBox 260"/>
            <p:cNvSpPr txBox="1"/>
            <p:nvPr/>
          </p:nvSpPr>
          <p:spPr>
            <a:xfrm>
              <a:off x="6580042" y="1412776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>
                  <a:latin typeface="Times New Roman" pitchFamily="18" charset="0"/>
                  <a:cs typeface="Times New Roman" pitchFamily="18" charset="0"/>
                </a:rPr>
                <a:t>6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2" name="TextBox 261"/>
            <p:cNvSpPr txBox="1"/>
            <p:nvPr/>
          </p:nvSpPr>
          <p:spPr>
            <a:xfrm>
              <a:off x="6940082" y="1412776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 smtClean="0">
                  <a:latin typeface="Times New Roman" pitchFamily="18" charset="0"/>
                  <a:cs typeface="Times New Roman" pitchFamily="18" charset="0"/>
                </a:rPr>
                <a:t>7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30" name="직선 연결선 329"/>
            <p:cNvCxnSpPr/>
            <p:nvPr/>
          </p:nvCxnSpPr>
          <p:spPr>
            <a:xfrm>
              <a:off x="7740352" y="1432521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직선 연결선 330"/>
            <p:cNvCxnSpPr/>
            <p:nvPr/>
          </p:nvCxnSpPr>
          <p:spPr>
            <a:xfrm>
              <a:off x="8114160" y="1432521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16" name="그룹 21515"/>
          <p:cNvGrpSpPr/>
          <p:nvPr/>
        </p:nvGrpSpPr>
        <p:grpSpPr>
          <a:xfrm>
            <a:off x="2915816" y="764704"/>
            <a:ext cx="5577376" cy="576064"/>
            <a:chOff x="2915816" y="764704"/>
            <a:chExt cx="5577376" cy="576064"/>
          </a:xfrm>
        </p:grpSpPr>
        <p:cxnSp>
          <p:nvCxnSpPr>
            <p:cNvPr id="218" name="직선 연결선 217"/>
            <p:cNvCxnSpPr/>
            <p:nvPr/>
          </p:nvCxnSpPr>
          <p:spPr>
            <a:xfrm>
              <a:off x="4076126" y="774578"/>
              <a:ext cx="436318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직선 연결선 218"/>
            <p:cNvCxnSpPr/>
            <p:nvPr/>
          </p:nvCxnSpPr>
          <p:spPr>
            <a:xfrm>
              <a:off x="4076126" y="1062610"/>
              <a:ext cx="436318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직선 연결선 219"/>
            <p:cNvCxnSpPr/>
            <p:nvPr/>
          </p:nvCxnSpPr>
          <p:spPr>
            <a:xfrm>
              <a:off x="4364158" y="774578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직선 연결선 220"/>
            <p:cNvCxnSpPr/>
            <p:nvPr/>
          </p:nvCxnSpPr>
          <p:spPr>
            <a:xfrm>
              <a:off x="4737966" y="774578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직선 연결선 221"/>
            <p:cNvCxnSpPr/>
            <p:nvPr/>
          </p:nvCxnSpPr>
          <p:spPr>
            <a:xfrm>
              <a:off x="5111774" y="774578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직선 연결선 222"/>
            <p:cNvCxnSpPr/>
            <p:nvPr/>
          </p:nvCxnSpPr>
          <p:spPr>
            <a:xfrm>
              <a:off x="5485582" y="774578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직선 연결선 223"/>
            <p:cNvCxnSpPr/>
            <p:nvPr/>
          </p:nvCxnSpPr>
          <p:spPr>
            <a:xfrm>
              <a:off x="5859390" y="774578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직선 연결선 224"/>
            <p:cNvCxnSpPr/>
            <p:nvPr/>
          </p:nvCxnSpPr>
          <p:spPr>
            <a:xfrm>
              <a:off x="6233198" y="774578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직선 연결선 225"/>
            <p:cNvCxnSpPr/>
            <p:nvPr/>
          </p:nvCxnSpPr>
          <p:spPr>
            <a:xfrm>
              <a:off x="6607006" y="774578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직선 연결선 226"/>
            <p:cNvCxnSpPr/>
            <p:nvPr/>
          </p:nvCxnSpPr>
          <p:spPr>
            <a:xfrm>
              <a:off x="6980814" y="774578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직선 연결선 227"/>
            <p:cNvCxnSpPr/>
            <p:nvPr/>
          </p:nvCxnSpPr>
          <p:spPr>
            <a:xfrm>
              <a:off x="7354622" y="774578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0" name="TextBox 239"/>
            <p:cNvSpPr txBox="1"/>
            <p:nvPr/>
          </p:nvSpPr>
          <p:spPr>
            <a:xfrm>
              <a:off x="5940152" y="1032991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f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0" name="직사각형 229"/>
            <p:cNvSpPr/>
            <p:nvPr/>
          </p:nvSpPr>
          <p:spPr>
            <a:xfrm>
              <a:off x="3302903" y="774578"/>
              <a:ext cx="413183" cy="28803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1" name="TextBox 230"/>
            <p:cNvSpPr txBox="1"/>
            <p:nvPr/>
          </p:nvSpPr>
          <p:spPr>
            <a:xfrm>
              <a:off x="3302903" y="764704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>
                  <a:latin typeface="Times New Roman" pitchFamily="18" charset="0"/>
                  <a:cs typeface="Times New Roman" pitchFamily="18" charset="0"/>
                </a:rPr>
                <a:t>4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2" name="TextBox 231"/>
            <p:cNvSpPr txBox="1"/>
            <p:nvPr/>
          </p:nvSpPr>
          <p:spPr>
            <a:xfrm>
              <a:off x="2915816" y="764704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endParaRPr lang="ko-KR" altLang="en-US" sz="1400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8" name="TextBox 237"/>
            <p:cNvSpPr txBox="1"/>
            <p:nvPr/>
          </p:nvSpPr>
          <p:spPr>
            <a:xfrm>
              <a:off x="7020272" y="1032991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>
                  <a:latin typeface="Times New Roman" pitchFamily="18" charset="0"/>
                  <a:cs typeface="Times New Roman" pitchFamily="18" charset="0"/>
                </a:rPr>
                <a:t>r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4" name="TextBox 233"/>
            <p:cNvSpPr txBox="1"/>
            <p:nvPr/>
          </p:nvSpPr>
          <p:spPr>
            <a:xfrm>
              <a:off x="6206871" y="764704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 smtClean="0">
                  <a:latin typeface="Times New Roman" pitchFamily="18" charset="0"/>
                  <a:cs typeface="Times New Roman" pitchFamily="18" charset="0"/>
                </a:rPr>
                <a:t>5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5" name="TextBox 234"/>
            <p:cNvSpPr txBox="1"/>
            <p:nvPr/>
          </p:nvSpPr>
          <p:spPr>
            <a:xfrm>
              <a:off x="8100392" y="764704"/>
              <a:ext cx="392800" cy="235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sz="1400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6" name="TextBox 235"/>
            <p:cNvSpPr txBox="1"/>
            <p:nvPr/>
          </p:nvSpPr>
          <p:spPr>
            <a:xfrm>
              <a:off x="6580042" y="764704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>
                  <a:latin typeface="Times New Roman" pitchFamily="18" charset="0"/>
                  <a:cs typeface="Times New Roman" pitchFamily="18" charset="0"/>
                </a:rPr>
                <a:t>6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7" name="TextBox 236"/>
            <p:cNvSpPr txBox="1"/>
            <p:nvPr/>
          </p:nvSpPr>
          <p:spPr>
            <a:xfrm>
              <a:off x="6940082" y="764704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 smtClean="0">
                  <a:latin typeface="Times New Roman" pitchFamily="18" charset="0"/>
                  <a:cs typeface="Times New Roman" pitchFamily="18" charset="0"/>
                </a:rPr>
                <a:t>7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32" name="직선 연결선 331"/>
            <p:cNvCxnSpPr/>
            <p:nvPr/>
          </p:nvCxnSpPr>
          <p:spPr>
            <a:xfrm>
              <a:off x="7740352" y="774576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직선 연결선 332"/>
            <p:cNvCxnSpPr/>
            <p:nvPr/>
          </p:nvCxnSpPr>
          <p:spPr>
            <a:xfrm>
              <a:off x="8114160" y="774576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21" name="그룹 21520"/>
          <p:cNvGrpSpPr/>
          <p:nvPr/>
        </p:nvGrpSpPr>
        <p:grpSpPr>
          <a:xfrm>
            <a:off x="2915816" y="3448664"/>
            <a:ext cx="5523495" cy="576064"/>
            <a:chOff x="2915816" y="3448664"/>
            <a:chExt cx="5523495" cy="576064"/>
          </a:xfrm>
        </p:grpSpPr>
        <p:cxnSp>
          <p:nvCxnSpPr>
            <p:cNvPr id="334" name="직선 연결선 333"/>
            <p:cNvCxnSpPr/>
            <p:nvPr/>
          </p:nvCxnSpPr>
          <p:spPr>
            <a:xfrm>
              <a:off x="4076126" y="3458538"/>
              <a:ext cx="436318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직선 연결선 334"/>
            <p:cNvCxnSpPr/>
            <p:nvPr/>
          </p:nvCxnSpPr>
          <p:spPr>
            <a:xfrm>
              <a:off x="4076126" y="3746570"/>
              <a:ext cx="436318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직선 연결선 335"/>
            <p:cNvCxnSpPr/>
            <p:nvPr/>
          </p:nvCxnSpPr>
          <p:spPr>
            <a:xfrm>
              <a:off x="4364158" y="3458538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직선 연결선 336"/>
            <p:cNvCxnSpPr/>
            <p:nvPr/>
          </p:nvCxnSpPr>
          <p:spPr>
            <a:xfrm>
              <a:off x="4737966" y="3458538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직선 연결선 337"/>
            <p:cNvCxnSpPr/>
            <p:nvPr/>
          </p:nvCxnSpPr>
          <p:spPr>
            <a:xfrm>
              <a:off x="5111774" y="3458538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직선 연결선 338"/>
            <p:cNvCxnSpPr/>
            <p:nvPr/>
          </p:nvCxnSpPr>
          <p:spPr>
            <a:xfrm>
              <a:off x="5485582" y="3458538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직선 연결선 339"/>
            <p:cNvCxnSpPr/>
            <p:nvPr/>
          </p:nvCxnSpPr>
          <p:spPr>
            <a:xfrm>
              <a:off x="5859390" y="3458538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직선 연결선 340"/>
            <p:cNvCxnSpPr/>
            <p:nvPr/>
          </p:nvCxnSpPr>
          <p:spPr>
            <a:xfrm>
              <a:off x="6233198" y="3458538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직선 연결선 341"/>
            <p:cNvCxnSpPr/>
            <p:nvPr/>
          </p:nvCxnSpPr>
          <p:spPr>
            <a:xfrm>
              <a:off x="6607006" y="3458538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직선 연결선 342"/>
            <p:cNvCxnSpPr/>
            <p:nvPr/>
          </p:nvCxnSpPr>
          <p:spPr>
            <a:xfrm>
              <a:off x="6980814" y="3458538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직선 연결선 343"/>
            <p:cNvCxnSpPr/>
            <p:nvPr/>
          </p:nvCxnSpPr>
          <p:spPr>
            <a:xfrm>
              <a:off x="7354622" y="3458538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5" name="TextBox 344"/>
            <p:cNvSpPr txBox="1"/>
            <p:nvPr/>
          </p:nvSpPr>
          <p:spPr>
            <a:xfrm>
              <a:off x="7020272" y="3716951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f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6" name="직사각형 345"/>
            <p:cNvSpPr/>
            <p:nvPr/>
          </p:nvSpPr>
          <p:spPr>
            <a:xfrm>
              <a:off x="3302903" y="3458538"/>
              <a:ext cx="413183" cy="28803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7" name="TextBox 346"/>
            <p:cNvSpPr txBox="1"/>
            <p:nvPr/>
          </p:nvSpPr>
          <p:spPr>
            <a:xfrm>
              <a:off x="3302903" y="3448664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 smtClean="0">
                  <a:latin typeface="Times New Roman" pitchFamily="18" charset="0"/>
                  <a:cs typeface="Times New Roman" pitchFamily="18" charset="0"/>
                </a:rPr>
                <a:t>7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8" name="TextBox 347"/>
            <p:cNvSpPr txBox="1"/>
            <p:nvPr/>
          </p:nvSpPr>
          <p:spPr>
            <a:xfrm>
              <a:off x="2915816" y="3448664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endParaRPr lang="ko-KR" altLang="en-US" sz="1400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49" name="TextBox 348"/>
            <p:cNvSpPr txBox="1"/>
            <p:nvPr/>
          </p:nvSpPr>
          <p:spPr>
            <a:xfrm>
              <a:off x="7812360" y="3716951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>
                  <a:latin typeface="Times New Roman" pitchFamily="18" charset="0"/>
                  <a:cs typeface="Times New Roman" pitchFamily="18" charset="0"/>
                </a:rPr>
                <a:t>r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51" name="직선 연결선 350"/>
            <p:cNvCxnSpPr/>
            <p:nvPr/>
          </p:nvCxnSpPr>
          <p:spPr>
            <a:xfrm>
              <a:off x="7740352" y="3458538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직선 연결선 351"/>
            <p:cNvCxnSpPr/>
            <p:nvPr/>
          </p:nvCxnSpPr>
          <p:spPr>
            <a:xfrm>
              <a:off x="8114160" y="3458538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3" name="TextBox 352"/>
            <p:cNvSpPr txBox="1"/>
            <p:nvPr/>
          </p:nvSpPr>
          <p:spPr>
            <a:xfrm>
              <a:off x="7354622" y="3448664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>
                  <a:latin typeface="Times New Roman" pitchFamily="18" charset="0"/>
                  <a:cs typeface="Times New Roman" pitchFamily="18" charset="0"/>
                </a:rPr>
                <a:t>8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4" name="TextBox 353"/>
            <p:cNvSpPr txBox="1"/>
            <p:nvPr/>
          </p:nvSpPr>
          <p:spPr>
            <a:xfrm>
              <a:off x="7732170" y="3448664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 smtClean="0">
                  <a:latin typeface="Times New Roman" pitchFamily="18" charset="0"/>
                  <a:cs typeface="Times New Roman" pitchFamily="18" charset="0"/>
                </a:rPr>
                <a:t>9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55" name="TextBox 354"/>
          <p:cNvSpPr txBox="1"/>
          <p:nvPr/>
        </p:nvSpPr>
        <p:spPr>
          <a:xfrm>
            <a:off x="8643696" y="3429000"/>
            <a:ext cx="39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C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8" name="TextBox 377"/>
          <p:cNvSpPr txBox="1"/>
          <p:nvPr/>
        </p:nvSpPr>
        <p:spPr>
          <a:xfrm>
            <a:off x="1273712" y="4741135"/>
            <a:ext cx="268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1" name="TextBox 380"/>
          <p:cNvSpPr txBox="1"/>
          <p:nvPr/>
        </p:nvSpPr>
        <p:spPr>
          <a:xfrm>
            <a:off x="1455597" y="4741135"/>
            <a:ext cx="268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1522" name="그룹 21521"/>
          <p:cNvGrpSpPr/>
          <p:nvPr/>
        </p:nvGrpSpPr>
        <p:grpSpPr>
          <a:xfrm>
            <a:off x="2915816" y="4077072"/>
            <a:ext cx="5523495" cy="576064"/>
            <a:chOff x="2915816" y="4787278"/>
            <a:chExt cx="5523495" cy="576064"/>
          </a:xfrm>
        </p:grpSpPr>
        <p:cxnSp>
          <p:nvCxnSpPr>
            <p:cNvPr id="382" name="직선 연결선 381"/>
            <p:cNvCxnSpPr/>
            <p:nvPr/>
          </p:nvCxnSpPr>
          <p:spPr>
            <a:xfrm>
              <a:off x="4076126" y="4797152"/>
              <a:ext cx="436318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직선 연결선 382"/>
            <p:cNvCxnSpPr/>
            <p:nvPr/>
          </p:nvCxnSpPr>
          <p:spPr>
            <a:xfrm>
              <a:off x="4076126" y="5085184"/>
              <a:ext cx="436318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직선 연결선 383"/>
            <p:cNvCxnSpPr/>
            <p:nvPr/>
          </p:nvCxnSpPr>
          <p:spPr>
            <a:xfrm>
              <a:off x="4364158" y="479715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직선 연결선 384"/>
            <p:cNvCxnSpPr/>
            <p:nvPr/>
          </p:nvCxnSpPr>
          <p:spPr>
            <a:xfrm>
              <a:off x="4737966" y="479715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직선 연결선 385"/>
            <p:cNvCxnSpPr/>
            <p:nvPr/>
          </p:nvCxnSpPr>
          <p:spPr>
            <a:xfrm>
              <a:off x="5111774" y="479715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직선 연결선 386"/>
            <p:cNvCxnSpPr/>
            <p:nvPr/>
          </p:nvCxnSpPr>
          <p:spPr>
            <a:xfrm>
              <a:off x="5485582" y="479715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직선 연결선 387"/>
            <p:cNvCxnSpPr/>
            <p:nvPr/>
          </p:nvCxnSpPr>
          <p:spPr>
            <a:xfrm>
              <a:off x="5859390" y="479715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직선 연결선 388"/>
            <p:cNvCxnSpPr/>
            <p:nvPr/>
          </p:nvCxnSpPr>
          <p:spPr>
            <a:xfrm>
              <a:off x="6233198" y="479715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직선 연결선 389"/>
            <p:cNvCxnSpPr/>
            <p:nvPr/>
          </p:nvCxnSpPr>
          <p:spPr>
            <a:xfrm>
              <a:off x="6607006" y="479715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직선 연결선 390"/>
            <p:cNvCxnSpPr/>
            <p:nvPr/>
          </p:nvCxnSpPr>
          <p:spPr>
            <a:xfrm>
              <a:off x="6980814" y="479715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직선 연결선 391"/>
            <p:cNvCxnSpPr/>
            <p:nvPr/>
          </p:nvCxnSpPr>
          <p:spPr>
            <a:xfrm>
              <a:off x="7354622" y="479715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3" name="TextBox 392"/>
            <p:cNvSpPr txBox="1"/>
            <p:nvPr/>
          </p:nvSpPr>
          <p:spPr>
            <a:xfrm>
              <a:off x="7380312" y="5055565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f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4" name="직사각형 393"/>
            <p:cNvSpPr/>
            <p:nvPr/>
          </p:nvSpPr>
          <p:spPr>
            <a:xfrm>
              <a:off x="3302903" y="4797152"/>
              <a:ext cx="413183" cy="28803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5" name="TextBox 394"/>
            <p:cNvSpPr txBox="1"/>
            <p:nvPr/>
          </p:nvSpPr>
          <p:spPr>
            <a:xfrm>
              <a:off x="3302903" y="4787278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>
                  <a:latin typeface="Times New Roman" pitchFamily="18" charset="0"/>
                  <a:cs typeface="Times New Roman" pitchFamily="18" charset="0"/>
                </a:rPr>
                <a:t>8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6" name="TextBox 395"/>
            <p:cNvSpPr txBox="1"/>
            <p:nvPr/>
          </p:nvSpPr>
          <p:spPr>
            <a:xfrm>
              <a:off x="2915816" y="4787278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endParaRPr lang="ko-KR" altLang="en-US" sz="1400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7" name="TextBox 396"/>
            <p:cNvSpPr txBox="1"/>
            <p:nvPr/>
          </p:nvSpPr>
          <p:spPr>
            <a:xfrm>
              <a:off x="7812360" y="5055565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>
                  <a:latin typeface="Times New Roman" pitchFamily="18" charset="0"/>
                  <a:cs typeface="Times New Roman" pitchFamily="18" charset="0"/>
                </a:rPr>
                <a:t>r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398" name="직선 연결선 397"/>
            <p:cNvCxnSpPr/>
            <p:nvPr/>
          </p:nvCxnSpPr>
          <p:spPr>
            <a:xfrm>
              <a:off x="7740352" y="479715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직선 연결선 398"/>
            <p:cNvCxnSpPr/>
            <p:nvPr/>
          </p:nvCxnSpPr>
          <p:spPr>
            <a:xfrm>
              <a:off x="8114160" y="4797152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1" name="TextBox 400"/>
            <p:cNvSpPr txBox="1"/>
            <p:nvPr/>
          </p:nvSpPr>
          <p:spPr>
            <a:xfrm>
              <a:off x="7732170" y="4787278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 smtClean="0">
                  <a:latin typeface="Times New Roman" pitchFamily="18" charset="0"/>
                  <a:cs typeface="Times New Roman" pitchFamily="18" charset="0"/>
                </a:rPr>
                <a:t>9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02" name="TextBox 401"/>
          <p:cNvSpPr txBox="1"/>
          <p:nvPr/>
        </p:nvSpPr>
        <p:spPr>
          <a:xfrm>
            <a:off x="8643696" y="4112988"/>
            <a:ext cx="39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A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1523" name="그룹 21522"/>
          <p:cNvGrpSpPr/>
          <p:nvPr/>
        </p:nvGrpSpPr>
        <p:grpSpPr>
          <a:xfrm>
            <a:off x="2915816" y="4725144"/>
            <a:ext cx="5523495" cy="576064"/>
            <a:chOff x="2915816" y="5435350"/>
            <a:chExt cx="5523495" cy="576064"/>
          </a:xfrm>
        </p:grpSpPr>
        <p:cxnSp>
          <p:nvCxnSpPr>
            <p:cNvPr id="403" name="직선 연결선 402"/>
            <p:cNvCxnSpPr/>
            <p:nvPr/>
          </p:nvCxnSpPr>
          <p:spPr>
            <a:xfrm>
              <a:off x="4076126" y="5445224"/>
              <a:ext cx="436318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직선 연결선 403"/>
            <p:cNvCxnSpPr/>
            <p:nvPr/>
          </p:nvCxnSpPr>
          <p:spPr>
            <a:xfrm>
              <a:off x="4076126" y="5733256"/>
              <a:ext cx="436318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직선 연결선 404"/>
            <p:cNvCxnSpPr/>
            <p:nvPr/>
          </p:nvCxnSpPr>
          <p:spPr>
            <a:xfrm>
              <a:off x="4364158" y="5445224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직선 연결선 405"/>
            <p:cNvCxnSpPr/>
            <p:nvPr/>
          </p:nvCxnSpPr>
          <p:spPr>
            <a:xfrm>
              <a:off x="4737966" y="5445224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직선 연결선 406"/>
            <p:cNvCxnSpPr/>
            <p:nvPr/>
          </p:nvCxnSpPr>
          <p:spPr>
            <a:xfrm>
              <a:off x="5111774" y="5445224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직선 연결선 407"/>
            <p:cNvCxnSpPr/>
            <p:nvPr/>
          </p:nvCxnSpPr>
          <p:spPr>
            <a:xfrm>
              <a:off x="5485582" y="5445224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직선 연결선 408"/>
            <p:cNvCxnSpPr/>
            <p:nvPr/>
          </p:nvCxnSpPr>
          <p:spPr>
            <a:xfrm>
              <a:off x="5859390" y="5445224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직선 연결선 409"/>
            <p:cNvCxnSpPr/>
            <p:nvPr/>
          </p:nvCxnSpPr>
          <p:spPr>
            <a:xfrm>
              <a:off x="6233198" y="5445224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직선 연결선 410"/>
            <p:cNvCxnSpPr/>
            <p:nvPr/>
          </p:nvCxnSpPr>
          <p:spPr>
            <a:xfrm>
              <a:off x="6607006" y="5445224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직선 연결선 411"/>
            <p:cNvCxnSpPr/>
            <p:nvPr/>
          </p:nvCxnSpPr>
          <p:spPr>
            <a:xfrm>
              <a:off x="6980814" y="5445224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직선 연결선 412"/>
            <p:cNvCxnSpPr/>
            <p:nvPr/>
          </p:nvCxnSpPr>
          <p:spPr>
            <a:xfrm>
              <a:off x="7354622" y="5445224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4" name="TextBox 413"/>
            <p:cNvSpPr txBox="1"/>
            <p:nvPr/>
          </p:nvSpPr>
          <p:spPr>
            <a:xfrm>
              <a:off x="7740352" y="5703637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f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5" name="직사각형 414"/>
            <p:cNvSpPr/>
            <p:nvPr/>
          </p:nvSpPr>
          <p:spPr>
            <a:xfrm>
              <a:off x="3302903" y="5445224"/>
              <a:ext cx="413183" cy="28803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6" name="TextBox 415"/>
            <p:cNvSpPr txBox="1"/>
            <p:nvPr/>
          </p:nvSpPr>
          <p:spPr>
            <a:xfrm>
              <a:off x="3302903" y="5435350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r>
                <a:rPr lang="en-US" altLang="ko-KR" sz="1400" i="1" baseline="-25000" dirty="0" smtClean="0">
                  <a:latin typeface="Times New Roman" pitchFamily="18" charset="0"/>
                  <a:cs typeface="Times New Roman" pitchFamily="18" charset="0"/>
                </a:rPr>
                <a:t>9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7" name="TextBox 416"/>
            <p:cNvSpPr txBox="1"/>
            <p:nvPr/>
          </p:nvSpPr>
          <p:spPr>
            <a:xfrm>
              <a:off x="2915816" y="5435350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endParaRPr lang="ko-KR" altLang="en-US" sz="1400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8" name="TextBox 417"/>
            <p:cNvSpPr txBox="1"/>
            <p:nvPr/>
          </p:nvSpPr>
          <p:spPr>
            <a:xfrm>
              <a:off x="7812360" y="5703637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>
                  <a:latin typeface="Times New Roman" pitchFamily="18" charset="0"/>
                  <a:cs typeface="Times New Roman" pitchFamily="18" charset="0"/>
                </a:rPr>
                <a:t>r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419" name="직선 연결선 418"/>
            <p:cNvCxnSpPr/>
            <p:nvPr/>
          </p:nvCxnSpPr>
          <p:spPr>
            <a:xfrm>
              <a:off x="7740352" y="5445224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직선 연결선 419"/>
            <p:cNvCxnSpPr/>
            <p:nvPr/>
          </p:nvCxnSpPr>
          <p:spPr>
            <a:xfrm>
              <a:off x="8114160" y="5445224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3" name="TextBox 422"/>
          <p:cNvSpPr txBox="1"/>
          <p:nvPr/>
        </p:nvSpPr>
        <p:spPr>
          <a:xfrm>
            <a:off x="186122" y="5065096"/>
            <a:ext cx="268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4" name="TextBox 423"/>
          <p:cNvSpPr txBox="1"/>
          <p:nvPr/>
        </p:nvSpPr>
        <p:spPr>
          <a:xfrm>
            <a:off x="386195" y="5065439"/>
            <a:ext cx="268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5" name="TextBox 424"/>
          <p:cNvSpPr txBox="1"/>
          <p:nvPr/>
        </p:nvSpPr>
        <p:spPr>
          <a:xfrm>
            <a:off x="934167" y="5065439"/>
            <a:ext cx="268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6" name="TextBox 425"/>
          <p:cNvSpPr txBox="1"/>
          <p:nvPr/>
        </p:nvSpPr>
        <p:spPr>
          <a:xfrm>
            <a:off x="1103878" y="5065439"/>
            <a:ext cx="268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ko-KR" altLang="en-US" sz="1400" baseline="-25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7" name="TextBox 426"/>
          <p:cNvSpPr txBox="1"/>
          <p:nvPr/>
        </p:nvSpPr>
        <p:spPr>
          <a:xfrm>
            <a:off x="8643696" y="4725144"/>
            <a:ext cx="39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ko-KR" alt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1524" name="그룹 21523"/>
          <p:cNvGrpSpPr/>
          <p:nvPr/>
        </p:nvGrpSpPr>
        <p:grpSpPr>
          <a:xfrm>
            <a:off x="2915816" y="5167066"/>
            <a:ext cx="5523495" cy="854222"/>
            <a:chOff x="2915816" y="5877272"/>
            <a:chExt cx="5523495" cy="854222"/>
          </a:xfrm>
        </p:grpSpPr>
        <p:cxnSp>
          <p:nvCxnSpPr>
            <p:cNvPr id="429" name="직선 연결선 428"/>
            <p:cNvCxnSpPr/>
            <p:nvPr/>
          </p:nvCxnSpPr>
          <p:spPr>
            <a:xfrm>
              <a:off x="4076126" y="6210890"/>
              <a:ext cx="436318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직선 연결선 429"/>
            <p:cNvCxnSpPr/>
            <p:nvPr/>
          </p:nvCxnSpPr>
          <p:spPr>
            <a:xfrm>
              <a:off x="4076126" y="6498922"/>
              <a:ext cx="436318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직선 연결선 430"/>
            <p:cNvCxnSpPr/>
            <p:nvPr/>
          </p:nvCxnSpPr>
          <p:spPr>
            <a:xfrm>
              <a:off x="4364158" y="621089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직선 연결선 431"/>
            <p:cNvCxnSpPr/>
            <p:nvPr/>
          </p:nvCxnSpPr>
          <p:spPr>
            <a:xfrm>
              <a:off x="4737966" y="621089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직선 연결선 432"/>
            <p:cNvCxnSpPr/>
            <p:nvPr/>
          </p:nvCxnSpPr>
          <p:spPr>
            <a:xfrm>
              <a:off x="5111774" y="621089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직선 연결선 433"/>
            <p:cNvCxnSpPr/>
            <p:nvPr/>
          </p:nvCxnSpPr>
          <p:spPr>
            <a:xfrm>
              <a:off x="5485582" y="621089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직선 연결선 434"/>
            <p:cNvCxnSpPr/>
            <p:nvPr/>
          </p:nvCxnSpPr>
          <p:spPr>
            <a:xfrm>
              <a:off x="5859390" y="621089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직선 연결선 435"/>
            <p:cNvCxnSpPr/>
            <p:nvPr/>
          </p:nvCxnSpPr>
          <p:spPr>
            <a:xfrm>
              <a:off x="6233198" y="621089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직선 연결선 436"/>
            <p:cNvCxnSpPr/>
            <p:nvPr/>
          </p:nvCxnSpPr>
          <p:spPr>
            <a:xfrm>
              <a:off x="6607006" y="621089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직선 연결선 437"/>
            <p:cNvCxnSpPr/>
            <p:nvPr/>
          </p:nvCxnSpPr>
          <p:spPr>
            <a:xfrm>
              <a:off x="6980814" y="621089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직선 연결선 438"/>
            <p:cNvCxnSpPr/>
            <p:nvPr/>
          </p:nvCxnSpPr>
          <p:spPr>
            <a:xfrm>
              <a:off x="7354622" y="621089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0" name="TextBox 439"/>
            <p:cNvSpPr txBox="1"/>
            <p:nvPr/>
          </p:nvSpPr>
          <p:spPr>
            <a:xfrm>
              <a:off x="7740352" y="6423717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 smtClean="0">
                  <a:latin typeface="Times New Roman" pitchFamily="18" charset="0"/>
                  <a:cs typeface="Times New Roman" pitchFamily="18" charset="0"/>
                </a:rPr>
                <a:t>f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1" name="직사각형 440"/>
            <p:cNvSpPr/>
            <p:nvPr/>
          </p:nvSpPr>
          <p:spPr>
            <a:xfrm>
              <a:off x="3302903" y="6210890"/>
              <a:ext cx="413183" cy="28803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2" name="TextBox 441"/>
            <p:cNvSpPr txBox="1"/>
            <p:nvPr/>
          </p:nvSpPr>
          <p:spPr>
            <a:xfrm>
              <a:off x="3230895" y="6237312"/>
              <a:ext cx="54901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i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NULL</a:t>
              </a:r>
              <a:endParaRPr lang="ko-KR" altLang="en-US" sz="1100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3" name="TextBox 442"/>
            <p:cNvSpPr txBox="1"/>
            <p:nvPr/>
          </p:nvSpPr>
          <p:spPr>
            <a:xfrm>
              <a:off x="2915816" y="6201016"/>
              <a:ext cx="512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latin typeface="Times New Roman" pitchFamily="18" charset="0"/>
                  <a:cs typeface="Times New Roman" pitchFamily="18" charset="0"/>
                </a:rPr>
                <a:t>ptr</a:t>
              </a:r>
              <a:endParaRPr lang="ko-KR" altLang="en-US" sz="1400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4" name="TextBox 443"/>
            <p:cNvSpPr txBox="1"/>
            <p:nvPr/>
          </p:nvSpPr>
          <p:spPr>
            <a:xfrm>
              <a:off x="7845077" y="6423716"/>
              <a:ext cx="2880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i="1" dirty="0">
                  <a:latin typeface="Times New Roman" pitchFamily="18" charset="0"/>
                  <a:cs typeface="Times New Roman" pitchFamily="18" charset="0"/>
                </a:rPr>
                <a:t>r</a:t>
              </a:r>
              <a:endParaRPr lang="ko-KR" altLang="en-US" sz="1400" i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445" name="직선 연결선 444"/>
            <p:cNvCxnSpPr/>
            <p:nvPr/>
          </p:nvCxnSpPr>
          <p:spPr>
            <a:xfrm>
              <a:off x="7740352" y="621089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직선 연결선 445"/>
            <p:cNvCxnSpPr/>
            <p:nvPr/>
          </p:nvCxnSpPr>
          <p:spPr>
            <a:xfrm>
              <a:off x="8114160" y="6210890"/>
              <a:ext cx="0" cy="288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8" name="TextBox 447"/>
            <p:cNvSpPr txBox="1"/>
            <p:nvPr/>
          </p:nvSpPr>
          <p:spPr>
            <a:xfrm>
              <a:off x="5643938" y="5877272"/>
              <a:ext cx="18722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deleteq    returns NULL</a:t>
              </a:r>
              <a:endParaRPr lang="ko-KR" altLang="en-US" sz="12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1514" name="직선 화살표 연결선 21513"/>
            <p:cNvCxnSpPr/>
            <p:nvPr/>
          </p:nvCxnSpPr>
          <p:spPr>
            <a:xfrm>
              <a:off x="6206871" y="5877272"/>
              <a:ext cx="0" cy="32374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7" name="그림 2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71" y="793672"/>
            <a:ext cx="2967895" cy="273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455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" grpId="0"/>
      <p:bldP spid="267" grpId="0"/>
      <p:bldP spid="268" grpId="0"/>
      <p:bldP spid="286" grpId="0"/>
      <p:bldP spid="355" grpId="0"/>
      <p:bldP spid="378" grpId="0"/>
      <p:bldP spid="381" grpId="0"/>
      <p:bldP spid="402" grpId="0"/>
      <p:bldP spid="423" grpId="0"/>
      <p:bldP spid="424" grpId="0"/>
      <p:bldP spid="425" grpId="0"/>
      <p:bldP spid="426" grpId="0"/>
      <p:bldP spid="427" grpId="0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35955</TotalTime>
  <Words>312</Words>
  <Application>Microsoft Office PowerPoint</Application>
  <PresentationFormat>화면 슬라이드 쇼(4:3)</PresentationFormat>
  <Paragraphs>297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함초롬바탕</vt:lpstr>
      <vt:lpstr>Arial</vt:lpstr>
      <vt:lpstr>Times New Roman</vt:lpstr>
      <vt:lpstr>Office 테마</vt:lpstr>
      <vt:lpstr>Traversals using iterative method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basic</dc:creator>
  <cp:lastModifiedBy>정 기숙</cp:lastModifiedBy>
  <cp:revision>903</cp:revision>
  <dcterms:created xsi:type="dcterms:W3CDTF">2013-02-19T09:03:15Z</dcterms:created>
  <dcterms:modified xsi:type="dcterms:W3CDTF">2023-10-31T11:29:57Z</dcterms:modified>
</cp:coreProperties>
</file>