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479" r:id="rId2"/>
    <p:sldId id="517" r:id="rId3"/>
    <p:sldId id="482" r:id="rId4"/>
    <p:sldId id="484" r:id="rId5"/>
    <p:sldId id="485" r:id="rId6"/>
    <p:sldId id="486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ADA"/>
    <a:srgbClr val="FF7C80"/>
    <a:srgbClr val="FF9194"/>
    <a:srgbClr val="CC00CC"/>
    <a:srgbClr val="008000"/>
    <a:srgbClr val="0066FF"/>
    <a:srgbClr val="93CDDD"/>
    <a:srgbClr val="FAC090"/>
    <a:srgbClr val="C3D69B"/>
    <a:srgbClr val="E9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73" autoAdjust="0"/>
    <p:restoredTop sz="96523" autoAdjust="0"/>
  </p:normalViewPr>
  <p:slideViewPr>
    <p:cSldViewPr>
      <p:cViewPr varScale="1">
        <p:scale>
          <a:sx n="118" d="100"/>
          <a:sy n="118" d="100"/>
        </p:scale>
        <p:origin x="1766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-23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B2E366-8F93-4A08-8EE9-610E344C998D}" type="datetimeFigureOut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48D3C-6DB9-410D-AB91-1B8DC8214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849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251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778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094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200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082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249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59CF4-6470-4BAF-B762-0EB2C8216B5E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10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616624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3DDD-7C67-476D-B662-675D3A7403E7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701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A138-6C7F-4783-B331-27B5B7CCD7BA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44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D812A-94B1-4B37-9942-51B2A7F93E44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0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E5C08-6ADC-47C3-9E61-BCFF2834E270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016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D993-1E34-41DF-9E82-85CC809403F5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176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376D-D12B-439E-8FBA-7D1D4CF37DC9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43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223DE-5705-4CBF-BF8C-FEB585702231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33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967A-4F47-4A12-B2E8-402D587977C8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128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CD4-C24B-454B-8ED2-9181DF515431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975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119D-7176-4BA0-A349-94F64EC9E607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669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836712"/>
            <a:ext cx="8229600" cy="5616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C521-7634-41AA-A3F4-D125BA47DB5C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4482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90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600" b="1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1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1137302"/>
            <a:ext cx="4860203" cy="2216812"/>
          </a:xfrm>
          <a:prstGeom prst="rect">
            <a:avLst/>
          </a:prstGeom>
        </p:spPr>
      </p:pic>
      <p:graphicFrame>
        <p:nvGraphicFramePr>
          <p:cNvPr id="105" name="표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277293"/>
              </p:ext>
            </p:extLst>
          </p:nvPr>
        </p:nvGraphicFramePr>
        <p:xfrm>
          <a:off x="2505110" y="4078663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06" name="TextBox 105"/>
          <p:cNvSpPr txBox="1"/>
          <p:nvPr/>
        </p:nvSpPr>
        <p:spPr>
          <a:xfrm>
            <a:off x="2694796" y="4007609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6" name="직선 연결선 115"/>
          <p:cNvCxnSpPr>
            <a:stCxn id="2" idx="0"/>
          </p:cNvCxnSpPr>
          <p:nvPr/>
        </p:nvCxnSpPr>
        <p:spPr>
          <a:xfrm flipV="1">
            <a:off x="2364349" y="4201775"/>
            <a:ext cx="297378" cy="337337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>
            <a:stCxn id="155" idx="0"/>
          </p:cNvCxnSpPr>
          <p:nvPr/>
        </p:nvCxnSpPr>
        <p:spPr>
          <a:xfrm flipH="1" flipV="1">
            <a:off x="3159078" y="4189747"/>
            <a:ext cx="288427" cy="34936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>
            <a:off x="2750163" y="3479494"/>
            <a:ext cx="878659" cy="545582"/>
            <a:chOff x="4993774" y="1035904"/>
            <a:chExt cx="878659" cy="545582"/>
          </a:xfrm>
        </p:grpSpPr>
        <p:cxnSp>
          <p:nvCxnSpPr>
            <p:cNvPr id="107" name="직선 연결선 106"/>
            <p:cNvCxnSpPr/>
            <p:nvPr/>
          </p:nvCxnSpPr>
          <p:spPr>
            <a:xfrm flipV="1">
              <a:off x="5136702" y="1308189"/>
              <a:ext cx="217113" cy="273297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/>
            <p:cNvSpPr txBox="1"/>
            <p:nvPr/>
          </p:nvSpPr>
          <p:spPr>
            <a:xfrm>
              <a:off x="4993774" y="1035904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err="1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00200"/>
              </p:ext>
            </p:extLst>
          </p:nvPr>
        </p:nvGraphicFramePr>
        <p:xfrm>
          <a:off x="5266250" y="4078663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143" name="직선 연결선 142"/>
          <p:cNvCxnSpPr/>
          <p:nvPr/>
        </p:nvCxnSpPr>
        <p:spPr>
          <a:xfrm flipV="1">
            <a:off x="5654231" y="3751779"/>
            <a:ext cx="217113" cy="273297"/>
          </a:xfrm>
          <a:prstGeom prst="line">
            <a:avLst/>
          </a:prstGeom>
          <a:ln>
            <a:solidFill>
              <a:srgbClr val="0066FF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5511303" y="3479494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temp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이등변 삼각형 1"/>
          <p:cNvSpPr/>
          <p:nvPr/>
        </p:nvSpPr>
        <p:spPr>
          <a:xfrm>
            <a:off x="1918491" y="4539112"/>
            <a:ext cx="891715" cy="892994"/>
          </a:xfrm>
          <a:prstGeom prst="triangl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이등변 삼각형 154"/>
          <p:cNvSpPr/>
          <p:nvPr/>
        </p:nvSpPr>
        <p:spPr>
          <a:xfrm>
            <a:off x="3001647" y="4539112"/>
            <a:ext cx="891715" cy="892994"/>
          </a:xfrm>
          <a:prstGeom prst="triangl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이등변 삼각형 157"/>
          <p:cNvSpPr/>
          <p:nvPr/>
        </p:nvSpPr>
        <p:spPr>
          <a:xfrm>
            <a:off x="4687150" y="4539112"/>
            <a:ext cx="891715" cy="892994"/>
          </a:xfrm>
          <a:prstGeom prst="triangl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이등변 삼각형 159"/>
          <p:cNvSpPr/>
          <p:nvPr/>
        </p:nvSpPr>
        <p:spPr>
          <a:xfrm>
            <a:off x="5770306" y="4539112"/>
            <a:ext cx="891715" cy="892994"/>
          </a:xfrm>
          <a:prstGeom prst="triangl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1" name="직선 연결선 160"/>
          <p:cNvCxnSpPr/>
          <p:nvPr/>
        </p:nvCxnSpPr>
        <p:spPr>
          <a:xfrm flipV="1">
            <a:off x="5129225" y="4201775"/>
            <a:ext cx="297378" cy="337337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/>
          <p:cNvCxnSpPr/>
          <p:nvPr/>
        </p:nvCxnSpPr>
        <p:spPr>
          <a:xfrm flipH="1" flipV="1">
            <a:off x="5923954" y="4189747"/>
            <a:ext cx="288427" cy="34936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6732240" y="1937931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6736299" y="2143406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6732240" y="2348880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5468430" y="4005064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04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/>
      <p:bldP spid="158" grpId="0" animBg="1"/>
      <p:bldP spid="160" grpId="0" animBg="1"/>
      <p:bldP spid="17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2</a:t>
            </a:fld>
            <a:endParaRPr lang="ko-KR" altLang="en-US"/>
          </a:p>
        </p:txBody>
      </p:sp>
      <p:grpSp>
        <p:nvGrpSpPr>
          <p:cNvPr id="18432" name="그룹 18431"/>
          <p:cNvGrpSpPr/>
          <p:nvPr/>
        </p:nvGrpSpPr>
        <p:grpSpPr>
          <a:xfrm>
            <a:off x="179512" y="3648287"/>
            <a:ext cx="1705521" cy="2304256"/>
            <a:chOff x="1907704" y="3648287"/>
            <a:chExt cx="1705521" cy="2304256"/>
          </a:xfrm>
        </p:grpSpPr>
        <p:cxnSp>
          <p:nvCxnSpPr>
            <p:cNvPr id="39" name="직선 연결선 38"/>
            <p:cNvCxnSpPr/>
            <p:nvPr/>
          </p:nvCxnSpPr>
          <p:spPr>
            <a:xfrm>
              <a:off x="312927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/>
            <p:nvPr/>
          </p:nvCxnSpPr>
          <p:spPr>
            <a:xfrm>
              <a:off x="3502196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/>
            <p:cNvCxnSpPr/>
            <p:nvPr/>
          </p:nvCxnSpPr>
          <p:spPr>
            <a:xfrm>
              <a:off x="1977149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19"/>
            <p:cNvSpPr txBox="1"/>
            <p:nvPr/>
          </p:nvSpPr>
          <p:spPr>
            <a:xfrm>
              <a:off x="2404069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3129277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1907704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109169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7" name="TextBox 19"/>
            <p:cNvSpPr txBox="1"/>
            <p:nvPr/>
          </p:nvSpPr>
          <p:spPr>
            <a:xfrm>
              <a:off x="2245073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58" name="직선 연결선 57"/>
            <p:cNvCxnSpPr/>
            <p:nvPr/>
          </p:nvCxnSpPr>
          <p:spPr>
            <a:xfrm>
              <a:off x="1977149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3109169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" y="373351"/>
            <a:ext cx="4804824" cy="2191553"/>
          </a:xfrm>
          <a:prstGeom prst="rect">
            <a:avLst/>
          </a:prstGeom>
        </p:spPr>
      </p:pic>
      <p:graphicFrame>
        <p:nvGraphicFramePr>
          <p:cNvPr id="105" name="표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117900"/>
              </p:ext>
            </p:extLst>
          </p:nvPr>
        </p:nvGraphicFramePr>
        <p:xfrm>
          <a:off x="4748721" y="1635073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06" name="TextBox 105"/>
          <p:cNvSpPr txBox="1"/>
          <p:nvPr/>
        </p:nvSpPr>
        <p:spPr>
          <a:xfrm>
            <a:off x="4929887" y="1543320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8" name="표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032576"/>
              </p:ext>
            </p:extLst>
          </p:nvPr>
        </p:nvGraphicFramePr>
        <p:xfrm>
          <a:off x="4199124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09" name="TextBox 108"/>
          <p:cNvSpPr txBox="1"/>
          <p:nvPr/>
        </p:nvSpPr>
        <p:spPr>
          <a:xfrm>
            <a:off x="4397543" y="2081882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B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0" name="표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045982"/>
              </p:ext>
            </p:extLst>
          </p:nvPr>
        </p:nvGraphicFramePr>
        <p:xfrm>
          <a:off x="5343583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11" name="TextBox 110"/>
          <p:cNvSpPr txBox="1"/>
          <p:nvPr/>
        </p:nvSpPr>
        <p:spPr>
          <a:xfrm>
            <a:off x="5524749" y="2081882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C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2" name="표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541226"/>
              </p:ext>
            </p:extLst>
          </p:nvPr>
        </p:nvGraphicFramePr>
        <p:xfrm>
          <a:off x="3769639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13" name="TextBox 112"/>
          <p:cNvSpPr txBox="1"/>
          <p:nvPr/>
        </p:nvSpPr>
        <p:spPr>
          <a:xfrm>
            <a:off x="3968674" y="2576305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D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4" name="표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923609"/>
              </p:ext>
            </p:extLst>
          </p:nvPr>
        </p:nvGraphicFramePr>
        <p:xfrm>
          <a:off x="4777751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15" name="TextBox 114"/>
          <p:cNvSpPr txBox="1"/>
          <p:nvPr/>
        </p:nvSpPr>
        <p:spPr>
          <a:xfrm>
            <a:off x="4974706" y="2574537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E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6" name="직선 연결선 115"/>
          <p:cNvCxnSpPr/>
          <p:nvPr/>
        </p:nvCxnSpPr>
        <p:spPr>
          <a:xfrm flipV="1">
            <a:off x="4607960" y="1758184"/>
            <a:ext cx="297378" cy="352047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 flipH="1" flipV="1">
            <a:off x="5434113" y="1758184"/>
            <a:ext cx="252219" cy="28919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>
            <a:stCxn id="113" idx="0"/>
          </p:cNvCxnSpPr>
          <p:nvPr/>
        </p:nvCxnSpPr>
        <p:spPr>
          <a:xfrm flipV="1">
            <a:off x="4175522" y="2287113"/>
            <a:ext cx="199228" cy="28919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/>
          <p:cNvCxnSpPr/>
          <p:nvPr/>
        </p:nvCxnSpPr>
        <p:spPr>
          <a:xfrm flipH="1" flipV="1">
            <a:off x="4884623" y="2268873"/>
            <a:ext cx="175163" cy="33133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3755030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4272244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789342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5298771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353815" y="2067121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5872434" y="2067121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4993774" y="1035904"/>
            <a:ext cx="878659" cy="545582"/>
            <a:chOff x="4993774" y="1035904"/>
            <a:chExt cx="878659" cy="545582"/>
          </a:xfrm>
        </p:grpSpPr>
        <p:cxnSp>
          <p:nvCxnSpPr>
            <p:cNvPr id="107" name="직선 연결선 106"/>
            <p:cNvCxnSpPr/>
            <p:nvPr/>
          </p:nvCxnSpPr>
          <p:spPr>
            <a:xfrm flipV="1">
              <a:off x="5136702" y="1308189"/>
              <a:ext cx="217113" cy="273297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/>
            <p:cNvSpPr txBox="1"/>
            <p:nvPr/>
          </p:nvSpPr>
          <p:spPr>
            <a:xfrm>
              <a:off x="4993774" y="1035904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3899092" y="1586778"/>
            <a:ext cx="878659" cy="562803"/>
            <a:chOff x="3899092" y="1586778"/>
            <a:chExt cx="878659" cy="562803"/>
          </a:xfrm>
        </p:grpSpPr>
        <p:sp>
          <p:nvSpPr>
            <p:cNvPr id="127" name="TextBox 126"/>
            <p:cNvSpPr txBox="1"/>
            <p:nvPr/>
          </p:nvSpPr>
          <p:spPr>
            <a:xfrm>
              <a:off x="3899092" y="1586778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28" name="직선 연결선 127"/>
            <p:cNvCxnSpPr/>
            <p:nvPr/>
          </p:nvCxnSpPr>
          <p:spPr>
            <a:xfrm flipH="1" flipV="1">
              <a:off x="4430973" y="1877168"/>
              <a:ext cx="84731" cy="272413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/>
          <p:cNvGrpSpPr/>
          <p:nvPr/>
        </p:nvGrpSpPr>
        <p:grpSpPr>
          <a:xfrm>
            <a:off x="3323028" y="2122164"/>
            <a:ext cx="878659" cy="510615"/>
            <a:chOff x="3323028" y="2122164"/>
            <a:chExt cx="878659" cy="510615"/>
          </a:xfrm>
        </p:grpSpPr>
        <p:sp>
          <p:nvSpPr>
            <p:cNvPr id="129" name="TextBox 128"/>
            <p:cNvSpPr txBox="1"/>
            <p:nvPr/>
          </p:nvSpPr>
          <p:spPr>
            <a:xfrm>
              <a:off x="3323028" y="2122164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30" name="직선 연결선 129"/>
            <p:cNvCxnSpPr/>
            <p:nvPr/>
          </p:nvCxnSpPr>
          <p:spPr>
            <a:xfrm flipH="1" flipV="1">
              <a:off x="3940823" y="2360366"/>
              <a:ext cx="84731" cy="272413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TextBox 130"/>
          <p:cNvSpPr txBox="1"/>
          <p:nvPr/>
        </p:nvSpPr>
        <p:spPr>
          <a:xfrm>
            <a:off x="3417879" y="2753979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372289"/>
              </p:ext>
            </p:extLst>
          </p:nvPr>
        </p:nvGraphicFramePr>
        <p:xfrm>
          <a:off x="7509861" y="1635073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44" name="표 1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091213"/>
              </p:ext>
            </p:extLst>
          </p:nvPr>
        </p:nvGraphicFramePr>
        <p:xfrm>
          <a:off x="6960264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48" name="표 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079753"/>
              </p:ext>
            </p:extLst>
          </p:nvPr>
        </p:nvGraphicFramePr>
        <p:xfrm>
          <a:off x="6530779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59" name="TextBox 158"/>
          <p:cNvSpPr txBox="1"/>
          <p:nvPr/>
        </p:nvSpPr>
        <p:spPr>
          <a:xfrm>
            <a:off x="6516170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3" name="직선 연결선 142"/>
          <p:cNvCxnSpPr/>
          <p:nvPr/>
        </p:nvCxnSpPr>
        <p:spPr>
          <a:xfrm flipV="1">
            <a:off x="7897842" y="1308189"/>
            <a:ext cx="217113" cy="273297"/>
          </a:xfrm>
          <a:prstGeom prst="line">
            <a:avLst/>
          </a:prstGeom>
          <a:ln>
            <a:solidFill>
              <a:srgbClr val="0066FF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7754914" y="1035904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temp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6660232" y="1586778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temp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7" name="직선 연결선 166"/>
          <p:cNvCxnSpPr/>
          <p:nvPr/>
        </p:nvCxnSpPr>
        <p:spPr>
          <a:xfrm flipH="1" flipV="1">
            <a:off x="7192113" y="1877168"/>
            <a:ext cx="84731" cy="272413"/>
          </a:xfrm>
          <a:prstGeom prst="line">
            <a:avLst/>
          </a:prstGeom>
          <a:ln>
            <a:solidFill>
              <a:srgbClr val="0066FF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6084168" y="2122164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temp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9" name="직선 연결선 168"/>
          <p:cNvCxnSpPr/>
          <p:nvPr/>
        </p:nvCxnSpPr>
        <p:spPr>
          <a:xfrm flipH="1" flipV="1">
            <a:off x="6701963" y="2360366"/>
            <a:ext cx="84731" cy="272413"/>
          </a:xfrm>
          <a:prstGeom prst="line">
            <a:avLst/>
          </a:prstGeom>
          <a:ln>
            <a:solidFill>
              <a:srgbClr val="0066FF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/>
          <p:cNvGrpSpPr/>
          <p:nvPr/>
        </p:nvGrpSpPr>
        <p:grpSpPr>
          <a:xfrm>
            <a:off x="1907704" y="3648287"/>
            <a:ext cx="1705521" cy="2304256"/>
            <a:chOff x="1907704" y="3648287"/>
            <a:chExt cx="1705521" cy="2304256"/>
          </a:xfrm>
        </p:grpSpPr>
        <p:cxnSp>
          <p:nvCxnSpPr>
            <p:cNvPr id="186" name="직선 연결선 185"/>
            <p:cNvCxnSpPr/>
            <p:nvPr/>
          </p:nvCxnSpPr>
          <p:spPr>
            <a:xfrm>
              <a:off x="312927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/>
            <p:cNvCxnSpPr/>
            <p:nvPr/>
          </p:nvCxnSpPr>
          <p:spPr>
            <a:xfrm>
              <a:off x="3502196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연결선 187"/>
            <p:cNvCxnSpPr/>
            <p:nvPr/>
          </p:nvCxnSpPr>
          <p:spPr>
            <a:xfrm>
              <a:off x="1977149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9"/>
            <p:cNvSpPr txBox="1"/>
            <p:nvPr/>
          </p:nvSpPr>
          <p:spPr>
            <a:xfrm>
              <a:off x="2404069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190" name="직선 연결선 189"/>
            <p:cNvCxnSpPr/>
            <p:nvPr/>
          </p:nvCxnSpPr>
          <p:spPr>
            <a:xfrm>
              <a:off x="3129277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Box 190"/>
            <p:cNvSpPr txBox="1"/>
            <p:nvPr/>
          </p:nvSpPr>
          <p:spPr>
            <a:xfrm>
              <a:off x="1907704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3109169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93" name="TextBox 19"/>
            <p:cNvSpPr txBox="1"/>
            <p:nvPr/>
          </p:nvSpPr>
          <p:spPr>
            <a:xfrm>
              <a:off x="2245073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194" name="직선 연결선 193"/>
            <p:cNvCxnSpPr/>
            <p:nvPr/>
          </p:nvCxnSpPr>
          <p:spPr>
            <a:xfrm>
              <a:off x="1977149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TextBox 194"/>
            <p:cNvSpPr txBox="1"/>
            <p:nvPr/>
          </p:nvSpPr>
          <p:spPr>
            <a:xfrm>
              <a:off x="3109169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96" name="TextBox 19"/>
            <p:cNvSpPr txBox="1"/>
            <p:nvPr/>
          </p:nvSpPr>
          <p:spPr>
            <a:xfrm>
              <a:off x="2404069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197" name="직선 연결선 196"/>
            <p:cNvCxnSpPr/>
            <p:nvPr/>
          </p:nvCxnSpPr>
          <p:spPr>
            <a:xfrm>
              <a:off x="3129277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TextBox 197"/>
            <p:cNvSpPr txBox="1"/>
            <p:nvPr/>
          </p:nvSpPr>
          <p:spPr>
            <a:xfrm>
              <a:off x="1907704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3109169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00" name="TextBox 19"/>
            <p:cNvSpPr txBox="1"/>
            <p:nvPr/>
          </p:nvSpPr>
          <p:spPr>
            <a:xfrm>
              <a:off x="2245073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01" name="직선 연결선 200"/>
            <p:cNvCxnSpPr/>
            <p:nvPr/>
          </p:nvCxnSpPr>
          <p:spPr>
            <a:xfrm>
              <a:off x="1977149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TextBox 201"/>
            <p:cNvSpPr txBox="1"/>
            <p:nvPr/>
          </p:nvSpPr>
          <p:spPr>
            <a:xfrm>
              <a:off x="3109169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3693869" y="3648287"/>
            <a:ext cx="1705521" cy="2304256"/>
            <a:chOff x="3693869" y="3648287"/>
            <a:chExt cx="1705521" cy="2304256"/>
          </a:xfrm>
        </p:grpSpPr>
        <p:cxnSp>
          <p:nvCxnSpPr>
            <p:cNvPr id="203" name="직선 연결선 202"/>
            <p:cNvCxnSpPr/>
            <p:nvPr/>
          </p:nvCxnSpPr>
          <p:spPr>
            <a:xfrm>
              <a:off x="4915442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연결선 203"/>
            <p:cNvCxnSpPr/>
            <p:nvPr/>
          </p:nvCxnSpPr>
          <p:spPr>
            <a:xfrm>
              <a:off x="5288361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직선 연결선 204"/>
            <p:cNvCxnSpPr/>
            <p:nvPr/>
          </p:nvCxnSpPr>
          <p:spPr>
            <a:xfrm>
              <a:off x="3763314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TextBox 19"/>
            <p:cNvSpPr txBox="1"/>
            <p:nvPr/>
          </p:nvSpPr>
          <p:spPr>
            <a:xfrm>
              <a:off x="4190234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07" name="직선 연결선 206"/>
            <p:cNvCxnSpPr/>
            <p:nvPr/>
          </p:nvCxnSpPr>
          <p:spPr>
            <a:xfrm>
              <a:off x="4915442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TextBox 207"/>
            <p:cNvSpPr txBox="1"/>
            <p:nvPr/>
          </p:nvSpPr>
          <p:spPr>
            <a:xfrm>
              <a:off x="3693869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4895334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10" name="TextBox 19"/>
            <p:cNvSpPr txBox="1"/>
            <p:nvPr/>
          </p:nvSpPr>
          <p:spPr>
            <a:xfrm>
              <a:off x="4031238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11" name="직선 연결선 210"/>
            <p:cNvCxnSpPr/>
            <p:nvPr/>
          </p:nvCxnSpPr>
          <p:spPr>
            <a:xfrm>
              <a:off x="3763314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TextBox 211"/>
            <p:cNvSpPr txBox="1"/>
            <p:nvPr/>
          </p:nvSpPr>
          <p:spPr>
            <a:xfrm>
              <a:off x="4895334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13" name="TextBox 19"/>
            <p:cNvSpPr txBox="1"/>
            <p:nvPr/>
          </p:nvSpPr>
          <p:spPr>
            <a:xfrm>
              <a:off x="4190234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14" name="직선 연결선 213"/>
            <p:cNvCxnSpPr/>
            <p:nvPr/>
          </p:nvCxnSpPr>
          <p:spPr>
            <a:xfrm>
              <a:off x="4915442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TextBox 214"/>
            <p:cNvSpPr txBox="1"/>
            <p:nvPr/>
          </p:nvSpPr>
          <p:spPr>
            <a:xfrm>
              <a:off x="3693869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4895334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17" name="TextBox 19"/>
            <p:cNvSpPr txBox="1"/>
            <p:nvPr/>
          </p:nvSpPr>
          <p:spPr>
            <a:xfrm>
              <a:off x="4031238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18" name="직선 연결선 217"/>
            <p:cNvCxnSpPr/>
            <p:nvPr/>
          </p:nvCxnSpPr>
          <p:spPr>
            <a:xfrm>
              <a:off x="3763314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TextBox 218"/>
            <p:cNvSpPr txBox="1"/>
            <p:nvPr/>
          </p:nvSpPr>
          <p:spPr>
            <a:xfrm>
              <a:off x="4895334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20" name="TextBox 19"/>
            <p:cNvSpPr txBox="1"/>
            <p:nvPr/>
          </p:nvSpPr>
          <p:spPr>
            <a:xfrm>
              <a:off x="4190234" y="45764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221" name="직선 연결선 220"/>
            <p:cNvCxnSpPr/>
            <p:nvPr/>
          </p:nvCxnSpPr>
          <p:spPr>
            <a:xfrm>
              <a:off x="4915442" y="461435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TextBox 221"/>
            <p:cNvSpPr txBox="1"/>
            <p:nvPr/>
          </p:nvSpPr>
          <p:spPr>
            <a:xfrm>
              <a:off x="3693869" y="457645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4895334" y="455451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24" name="TextBox 19"/>
            <p:cNvSpPr txBox="1"/>
            <p:nvPr/>
          </p:nvSpPr>
          <p:spPr>
            <a:xfrm>
              <a:off x="4031238" y="433735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/>
                <a:t>3</a:t>
              </a:r>
              <a:endParaRPr lang="ko-KR" altLang="en-US" sz="1200" baseline="-25000" dirty="0"/>
            </a:p>
          </p:txBody>
        </p:sp>
        <p:cxnSp>
          <p:nvCxnSpPr>
            <p:cNvPr id="225" name="직선 연결선 224"/>
            <p:cNvCxnSpPr/>
            <p:nvPr/>
          </p:nvCxnSpPr>
          <p:spPr>
            <a:xfrm>
              <a:off x="3763314" y="43752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TextBox 225"/>
            <p:cNvSpPr txBox="1"/>
            <p:nvPr/>
          </p:nvSpPr>
          <p:spPr>
            <a:xfrm>
              <a:off x="4895334" y="43297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5530775" y="3648287"/>
            <a:ext cx="1705521" cy="2304256"/>
            <a:chOff x="5530775" y="3648287"/>
            <a:chExt cx="1705521" cy="2304256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752348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>
              <a:off x="712526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직선 연결선 228"/>
            <p:cNvCxnSpPr/>
            <p:nvPr/>
          </p:nvCxnSpPr>
          <p:spPr>
            <a:xfrm>
              <a:off x="5600220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TextBox 19"/>
            <p:cNvSpPr txBox="1"/>
            <p:nvPr/>
          </p:nvSpPr>
          <p:spPr>
            <a:xfrm>
              <a:off x="6027140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31" name="직선 연결선 230"/>
            <p:cNvCxnSpPr/>
            <p:nvPr/>
          </p:nvCxnSpPr>
          <p:spPr>
            <a:xfrm>
              <a:off x="6752348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TextBox 231"/>
            <p:cNvSpPr txBox="1"/>
            <p:nvPr/>
          </p:nvSpPr>
          <p:spPr>
            <a:xfrm>
              <a:off x="5530775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6732240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34" name="TextBox 19"/>
            <p:cNvSpPr txBox="1"/>
            <p:nvPr/>
          </p:nvSpPr>
          <p:spPr>
            <a:xfrm>
              <a:off x="5868144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35" name="직선 연결선 234"/>
            <p:cNvCxnSpPr/>
            <p:nvPr/>
          </p:nvCxnSpPr>
          <p:spPr>
            <a:xfrm>
              <a:off x="5600220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TextBox 235"/>
            <p:cNvSpPr txBox="1"/>
            <p:nvPr/>
          </p:nvSpPr>
          <p:spPr>
            <a:xfrm>
              <a:off x="6732240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37" name="TextBox 19"/>
            <p:cNvSpPr txBox="1"/>
            <p:nvPr/>
          </p:nvSpPr>
          <p:spPr>
            <a:xfrm>
              <a:off x="6027140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38" name="직선 연결선 237"/>
            <p:cNvCxnSpPr/>
            <p:nvPr/>
          </p:nvCxnSpPr>
          <p:spPr>
            <a:xfrm>
              <a:off x="6752348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TextBox 238"/>
            <p:cNvSpPr txBox="1"/>
            <p:nvPr/>
          </p:nvSpPr>
          <p:spPr>
            <a:xfrm>
              <a:off x="5530775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6732240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41" name="TextBox 19"/>
            <p:cNvSpPr txBox="1"/>
            <p:nvPr/>
          </p:nvSpPr>
          <p:spPr>
            <a:xfrm>
              <a:off x="5868144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42" name="직선 연결선 241"/>
            <p:cNvCxnSpPr/>
            <p:nvPr/>
          </p:nvCxnSpPr>
          <p:spPr>
            <a:xfrm>
              <a:off x="5600220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TextBox 242"/>
            <p:cNvSpPr txBox="1"/>
            <p:nvPr/>
          </p:nvSpPr>
          <p:spPr>
            <a:xfrm>
              <a:off x="6732240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44" name="TextBox 19"/>
            <p:cNvSpPr txBox="1"/>
            <p:nvPr/>
          </p:nvSpPr>
          <p:spPr>
            <a:xfrm>
              <a:off x="6027140" y="45764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245" name="직선 연결선 244"/>
            <p:cNvCxnSpPr/>
            <p:nvPr/>
          </p:nvCxnSpPr>
          <p:spPr>
            <a:xfrm>
              <a:off x="6752348" y="461435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Box 245"/>
            <p:cNvSpPr txBox="1"/>
            <p:nvPr/>
          </p:nvSpPr>
          <p:spPr>
            <a:xfrm>
              <a:off x="5530775" y="457645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6732240" y="455451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48" name="TextBox 19"/>
            <p:cNvSpPr txBox="1"/>
            <p:nvPr/>
          </p:nvSpPr>
          <p:spPr>
            <a:xfrm>
              <a:off x="5868144" y="433735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/>
                <a:t>3</a:t>
              </a:r>
              <a:endParaRPr lang="ko-KR" altLang="en-US" sz="1200" baseline="-25000" dirty="0"/>
            </a:p>
          </p:txBody>
        </p:sp>
        <p:cxnSp>
          <p:nvCxnSpPr>
            <p:cNvPr id="249" name="직선 연결선 248"/>
            <p:cNvCxnSpPr/>
            <p:nvPr/>
          </p:nvCxnSpPr>
          <p:spPr>
            <a:xfrm>
              <a:off x="5600220" y="43752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0" name="TextBox 249"/>
            <p:cNvSpPr txBox="1"/>
            <p:nvPr/>
          </p:nvSpPr>
          <p:spPr>
            <a:xfrm>
              <a:off x="6732240" y="43297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51" name="TextBox 19"/>
            <p:cNvSpPr txBox="1"/>
            <p:nvPr/>
          </p:nvSpPr>
          <p:spPr>
            <a:xfrm>
              <a:off x="6027140" y="4110813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/>
                <a:t>4</a:t>
              </a:r>
              <a:endParaRPr lang="ko-KR" altLang="en-US" sz="1200" baseline="-25000" dirty="0"/>
            </a:p>
          </p:txBody>
        </p:sp>
        <p:cxnSp>
          <p:nvCxnSpPr>
            <p:cNvPr id="252" name="직선 연결선 251"/>
            <p:cNvCxnSpPr/>
            <p:nvPr/>
          </p:nvCxnSpPr>
          <p:spPr>
            <a:xfrm>
              <a:off x="6752348" y="4148705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TextBox 252"/>
            <p:cNvSpPr txBox="1"/>
            <p:nvPr/>
          </p:nvSpPr>
          <p:spPr>
            <a:xfrm>
              <a:off x="5530775" y="4110814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/>
                <a:t>4</a:t>
              </a:r>
              <a:endParaRPr lang="ko-KR" altLang="en-US" sz="1200" baseline="-25000" dirty="0"/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6703953" y="4110510"/>
              <a:ext cx="4568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0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55" name="TextBox 19"/>
            <p:cNvSpPr txBox="1"/>
            <p:nvPr/>
          </p:nvSpPr>
          <p:spPr>
            <a:xfrm>
              <a:off x="5868144" y="3871706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cxnSp>
          <p:nvCxnSpPr>
            <p:cNvPr id="256" name="직선 연결선 255"/>
            <p:cNvCxnSpPr/>
            <p:nvPr/>
          </p:nvCxnSpPr>
          <p:spPr>
            <a:xfrm>
              <a:off x="5600220" y="390959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/>
          <p:cNvGrpSpPr/>
          <p:nvPr/>
        </p:nvGrpSpPr>
        <p:grpSpPr>
          <a:xfrm>
            <a:off x="7330975" y="3648287"/>
            <a:ext cx="1705521" cy="2304256"/>
            <a:chOff x="7330975" y="3648287"/>
            <a:chExt cx="1705521" cy="2304256"/>
          </a:xfrm>
        </p:grpSpPr>
        <p:cxnSp>
          <p:nvCxnSpPr>
            <p:cNvPr id="258" name="직선 연결선 257"/>
            <p:cNvCxnSpPr/>
            <p:nvPr/>
          </p:nvCxnSpPr>
          <p:spPr>
            <a:xfrm>
              <a:off x="8552548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직선 연결선 258"/>
            <p:cNvCxnSpPr/>
            <p:nvPr/>
          </p:nvCxnSpPr>
          <p:spPr>
            <a:xfrm>
              <a:off x="892546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직선 연결선 259"/>
            <p:cNvCxnSpPr/>
            <p:nvPr/>
          </p:nvCxnSpPr>
          <p:spPr>
            <a:xfrm>
              <a:off x="7400420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TextBox 19"/>
            <p:cNvSpPr txBox="1"/>
            <p:nvPr/>
          </p:nvSpPr>
          <p:spPr>
            <a:xfrm>
              <a:off x="7827340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62" name="직선 연결선 261"/>
            <p:cNvCxnSpPr/>
            <p:nvPr/>
          </p:nvCxnSpPr>
          <p:spPr>
            <a:xfrm>
              <a:off x="8552548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TextBox 262"/>
            <p:cNvSpPr txBox="1"/>
            <p:nvPr/>
          </p:nvSpPr>
          <p:spPr>
            <a:xfrm>
              <a:off x="7330975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8532440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65" name="TextBox 19"/>
            <p:cNvSpPr txBox="1"/>
            <p:nvPr/>
          </p:nvSpPr>
          <p:spPr>
            <a:xfrm>
              <a:off x="7668344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>
              <a:off x="7400420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8532440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68" name="TextBox 19"/>
            <p:cNvSpPr txBox="1"/>
            <p:nvPr/>
          </p:nvSpPr>
          <p:spPr>
            <a:xfrm>
              <a:off x="7827340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69" name="직선 연결선 268"/>
            <p:cNvCxnSpPr/>
            <p:nvPr/>
          </p:nvCxnSpPr>
          <p:spPr>
            <a:xfrm>
              <a:off x="8552548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TextBox 269"/>
            <p:cNvSpPr txBox="1"/>
            <p:nvPr/>
          </p:nvSpPr>
          <p:spPr>
            <a:xfrm>
              <a:off x="7330975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8532440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72" name="TextBox 19"/>
            <p:cNvSpPr txBox="1"/>
            <p:nvPr/>
          </p:nvSpPr>
          <p:spPr>
            <a:xfrm>
              <a:off x="7668344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73" name="직선 연결선 272"/>
            <p:cNvCxnSpPr/>
            <p:nvPr/>
          </p:nvCxnSpPr>
          <p:spPr>
            <a:xfrm>
              <a:off x="7400420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TextBox 273"/>
            <p:cNvSpPr txBox="1"/>
            <p:nvPr/>
          </p:nvSpPr>
          <p:spPr>
            <a:xfrm>
              <a:off x="8532440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75" name="TextBox 19"/>
            <p:cNvSpPr txBox="1"/>
            <p:nvPr/>
          </p:nvSpPr>
          <p:spPr>
            <a:xfrm>
              <a:off x="7827340" y="45764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276" name="직선 연결선 275"/>
            <p:cNvCxnSpPr/>
            <p:nvPr/>
          </p:nvCxnSpPr>
          <p:spPr>
            <a:xfrm>
              <a:off x="8552548" y="461435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276"/>
            <p:cNvSpPr txBox="1"/>
            <p:nvPr/>
          </p:nvSpPr>
          <p:spPr>
            <a:xfrm>
              <a:off x="7330975" y="457645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8532440" y="455451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79" name="TextBox 19"/>
            <p:cNvSpPr txBox="1"/>
            <p:nvPr/>
          </p:nvSpPr>
          <p:spPr>
            <a:xfrm>
              <a:off x="7668344" y="433735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/>
                <a:t>3</a:t>
              </a:r>
              <a:endParaRPr lang="ko-KR" altLang="en-US" sz="1200" baseline="-25000" dirty="0"/>
            </a:p>
          </p:txBody>
        </p:sp>
        <p:cxnSp>
          <p:nvCxnSpPr>
            <p:cNvPr id="280" name="직선 연결선 279"/>
            <p:cNvCxnSpPr/>
            <p:nvPr/>
          </p:nvCxnSpPr>
          <p:spPr>
            <a:xfrm>
              <a:off x="7400420" y="43752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1" name="TextBox 280"/>
            <p:cNvSpPr txBox="1"/>
            <p:nvPr/>
          </p:nvSpPr>
          <p:spPr>
            <a:xfrm>
              <a:off x="8532440" y="43297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8732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59" grpId="0"/>
      <p:bldP spid="165" grpId="0"/>
      <p:bldP spid="166" grpId="0"/>
      <p:bldP spid="16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" y="373351"/>
            <a:ext cx="4804824" cy="2191553"/>
          </a:xfrm>
          <a:prstGeom prst="rect">
            <a:avLst/>
          </a:prstGeom>
        </p:spPr>
      </p:pic>
      <p:graphicFrame>
        <p:nvGraphicFramePr>
          <p:cNvPr id="154" name="표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604821"/>
              </p:ext>
            </p:extLst>
          </p:nvPr>
        </p:nvGraphicFramePr>
        <p:xfrm>
          <a:off x="4748721" y="1635073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55" name="TextBox 154"/>
          <p:cNvSpPr txBox="1"/>
          <p:nvPr/>
        </p:nvSpPr>
        <p:spPr>
          <a:xfrm>
            <a:off x="4929887" y="1543320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6" name="표 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833938"/>
              </p:ext>
            </p:extLst>
          </p:nvPr>
        </p:nvGraphicFramePr>
        <p:xfrm>
          <a:off x="4199124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57" name="TextBox 156"/>
          <p:cNvSpPr txBox="1"/>
          <p:nvPr/>
        </p:nvSpPr>
        <p:spPr>
          <a:xfrm>
            <a:off x="4397543" y="2081882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B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8" name="표 1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811913"/>
              </p:ext>
            </p:extLst>
          </p:nvPr>
        </p:nvGraphicFramePr>
        <p:xfrm>
          <a:off x="5343583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60" name="TextBox 159"/>
          <p:cNvSpPr txBox="1"/>
          <p:nvPr/>
        </p:nvSpPr>
        <p:spPr>
          <a:xfrm>
            <a:off x="5524749" y="2081882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C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61" name="표 1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179139"/>
              </p:ext>
            </p:extLst>
          </p:nvPr>
        </p:nvGraphicFramePr>
        <p:xfrm>
          <a:off x="3769639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62" name="TextBox 161"/>
          <p:cNvSpPr txBox="1"/>
          <p:nvPr/>
        </p:nvSpPr>
        <p:spPr>
          <a:xfrm>
            <a:off x="3968674" y="2576305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D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63" name="표 1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753387"/>
              </p:ext>
            </p:extLst>
          </p:nvPr>
        </p:nvGraphicFramePr>
        <p:xfrm>
          <a:off x="4777751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64" name="TextBox 163"/>
          <p:cNvSpPr txBox="1"/>
          <p:nvPr/>
        </p:nvSpPr>
        <p:spPr>
          <a:xfrm>
            <a:off x="4974706" y="2574537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E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0" name="직선 연결선 169"/>
          <p:cNvCxnSpPr/>
          <p:nvPr/>
        </p:nvCxnSpPr>
        <p:spPr>
          <a:xfrm flipV="1">
            <a:off x="4607960" y="1758184"/>
            <a:ext cx="297378" cy="352047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/>
          <p:cNvCxnSpPr/>
          <p:nvPr/>
        </p:nvCxnSpPr>
        <p:spPr>
          <a:xfrm flipH="1" flipV="1">
            <a:off x="5434113" y="1758184"/>
            <a:ext cx="252219" cy="28919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/>
          <p:cNvCxnSpPr>
            <a:stCxn id="162" idx="0"/>
          </p:cNvCxnSpPr>
          <p:nvPr/>
        </p:nvCxnSpPr>
        <p:spPr>
          <a:xfrm flipV="1">
            <a:off x="4175522" y="2287113"/>
            <a:ext cx="199228" cy="28919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/>
          <p:cNvCxnSpPr/>
          <p:nvPr/>
        </p:nvCxnSpPr>
        <p:spPr>
          <a:xfrm flipH="1" flipV="1">
            <a:off x="4884623" y="2268873"/>
            <a:ext cx="175163" cy="33133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3755030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4272244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4789342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5298771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5353815" y="2067121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5872434" y="2067121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80" name="그룹 179"/>
          <p:cNvGrpSpPr/>
          <p:nvPr/>
        </p:nvGrpSpPr>
        <p:grpSpPr>
          <a:xfrm>
            <a:off x="4993774" y="1035904"/>
            <a:ext cx="878659" cy="545582"/>
            <a:chOff x="4993774" y="1035904"/>
            <a:chExt cx="878659" cy="545582"/>
          </a:xfrm>
        </p:grpSpPr>
        <p:cxnSp>
          <p:nvCxnSpPr>
            <p:cNvPr id="181" name="직선 연결선 180"/>
            <p:cNvCxnSpPr/>
            <p:nvPr/>
          </p:nvCxnSpPr>
          <p:spPr>
            <a:xfrm flipV="1">
              <a:off x="5136702" y="1308189"/>
              <a:ext cx="217113" cy="273297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/>
            <p:cNvSpPr txBox="1"/>
            <p:nvPr/>
          </p:nvSpPr>
          <p:spPr>
            <a:xfrm>
              <a:off x="4993774" y="1035904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83" name="그룹 182"/>
          <p:cNvGrpSpPr/>
          <p:nvPr/>
        </p:nvGrpSpPr>
        <p:grpSpPr>
          <a:xfrm>
            <a:off x="3899092" y="1586778"/>
            <a:ext cx="878659" cy="562803"/>
            <a:chOff x="3899092" y="1586778"/>
            <a:chExt cx="878659" cy="562803"/>
          </a:xfrm>
        </p:grpSpPr>
        <p:sp>
          <p:nvSpPr>
            <p:cNvPr id="184" name="TextBox 183"/>
            <p:cNvSpPr txBox="1"/>
            <p:nvPr/>
          </p:nvSpPr>
          <p:spPr>
            <a:xfrm>
              <a:off x="3899092" y="1586778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85" name="직선 연결선 184"/>
            <p:cNvCxnSpPr/>
            <p:nvPr/>
          </p:nvCxnSpPr>
          <p:spPr>
            <a:xfrm flipH="1" flipV="1">
              <a:off x="4430973" y="1877168"/>
              <a:ext cx="84731" cy="272413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7" name="그룹 256"/>
          <p:cNvGrpSpPr/>
          <p:nvPr/>
        </p:nvGrpSpPr>
        <p:grpSpPr>
          <a:xfrm>
            <a:off x="3323028" y="2122164"/>
            <a:ext cx="878659" cy="510615"/>
            <a:chOff x="3323028" y="2122164"/>
            <a:chExt cx="878659" cy="510615"/>
          </a:xfrm>
        </p:grpSpPr>
        <p:sp>
          <p:nvSpPr>
            <p:cNvPr id="282" name="TextBox 281"/>
            <p:cNvSpPr txBox="1"/>
            <p:nvPr/>
          </p:nvSpPr>
          <p:spPr>
            <a:xfrm>
              <a:off x="3323028" y="2122164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83" name="직선 연결선 282"/>
            <p:cNvCxnSpPr/>
            <p:nvPr/>
          </p:nvCxnSpPr>
          <p:spPr>
            <a:xfrm flipH="1" flipV="1">
              <a:off x="3940823" y="2360366"/>
              <a:ext cx="84731" cy="272413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4" name="TextBox 283"/>
          <p:cNvSpPr txBox="1"/>
          <p:nvPr/>
        </p:nvSpPr>
        <p:spPr>
          <a:xfrm>
            <a:off x="3417879" y="2753979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4042241" y="2761183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89" name="그룹 288"/>
          <p:cNvGrpSpPr/>
          <p:nvPr/>
        </p:nvGrpSpPr>
        <p:grpSpPr>
          <a:xfrm>
            <a:off x="5226780" y="2371316"/>
            <a:ext cx="890634" cy="307777"/>
            <a:chOff x="5226780" y="2371316"/>
            <a:chExt cx="890634" cy="307777"/>
          </a:xfrm>
        </p:grpSpPr>
        <p:sp>
          <p:nvSpPr>
            <p:cNvPr id="290" name="TextBox 289"/>
            <p:cNvSpPr txBox="1"/>
            <p:nvPr/>
          </p:nvSpPr>
          <p:spPr>
            <a:xfrm>
              <a:off x="5238755" y="2371316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91" name="직선 연결선 290"/>
            <p:cNvCxnSpPr/>
            <p:nvPr/>
          </p:nvCxnSpPr>
          <p:spPr>
            <a:xfrm flipV="1">
              <a:off x="5226780" y="2531857"/>
              <a:ext cx="291136" cy="99768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2" name="TextBox 291"/>
          <p:cNvSpPr txBox="1"/>
          <p:nvPr/>
        </p:nvSpPr>
        <p:spPr>
          <a:xfrm>
            <a:off x="4479092" y="2753979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96" name="표 2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724473"/>
              </p:ext>
            </p:extLst>
          </p:nvPr>
        </p:nvGraphicFramePr>
        <p:xfrm>
          <a:off x="7509861" y="1635073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98" name="표 2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724003"/>
              </p:ext>
            </p:extLst>
          </p:nvPr>
        </p:nvGraphicFramePr>
        <p:xfrm>
          <a:off x="6960264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02" name="표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969375"/>
              </p:ext>
            </p:extLst>
          </p:nvPr>
        </p:nvGraphicFramePr>
        <p:xfrm>
          <a:off x="6530779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03" name="TextBox 302"/>
          <p:cNvSpPr txBox="1"/>
          <p:nvPr/>
        </p:nvSpPr>
        <p:spPr>
          <a:xfrm>
            <a:off x="6729814" y="2576305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D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04" name="표 3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567181"/>
              </p:ext>
            </p:extLst>
          </p:nvPr>
        </p:nvGraphicFramePr>
        <p:xfrm>
          <a:off x="7538891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308" name="직선 연결선 307"/>
          <p:cNvCxnSpPr>
            <a:stCxn id="303" idx="0"/>
          </p:cNvCxnSpPr>
          <p:nvPr/>
        </p:nvCxnSpPr>
        <p:spPr>
          <a:xfrm flipV="1">
            <a:off x="6936662" y="2287113"/>
            <a:ext cx="199228" cy="28919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TextBox 309"/>
          <p:cNvSpPr txBox="1"/>
          <p:nvPr/>
        </p:nvSpPr>
        <p:spPr>
          <a:xfrm>
            <a:off x="6516170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1" name="TextBox 310"/>
          <p:cNvSpPr txBox="1"/>
          <p:nvPr/>
        </p:nvSpPr>
        <p:spPr>
          <a:xfrm>
            <a:off x="7033384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6" name="직선 연결선 315"/>
          <p:cNvCxnSpPr/>
          <p:nvPr/>
        </p:nvCxnSpPr>
        <p:spPr>
          <a:xfrm flipV="1">
            <a:off x="7897842" y="1308189"/>
            <a:ext cx="217113" cy="273297"/>
          </a:xfrm>
          <a:prstGeom prst="line">
            <a:avLst/>
          </a:prstGeom>
          <a:ln>
            <a:solidFill>
              <a:srgbClr val="0066FF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TextBox 316"/>
          <p:cNvSpPr txBox="1"/>
          <p:nvPr/>
        </p:nvSpPr>
        <p:spPr>
          <a:xfrm>
            <a:off x="7754914" y="1035904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temp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6660232" y="1586778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temp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9" name="직선 연결선 318"/>
          <p:cNvCxnSpPr/>
          <p:nvPr/>
        </p:nvCxnSpPr>
        <p:spPr>
          <a:xfrm flipH="1" flipV="1">
            <a:off x="7192113" y="1877168"/>
            <a:ext cx="84731" cy="272413"/>
          </a:xfrm>
          <a:prstGeom prst="line">
            <a:avLst/>
          </a:prstGeom>
          <a:ln>
            <a:solidFill>
              <a:srgbClr val="0066FF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TextBox 319"/>
          <p:cNvSpPr txBox="1"/>
          <p:nvPr/>
        </p:nvSpPr>
        <p:spPr>
          <a:xfrm>
            <a:off x="6084168" y="2122164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temp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21" name="직선 연결선 320"/>
          <p:cNvCxnSpPr/>
          <p:nvPr/>
        </p:nvCxnSpPr>
        <p:spPr>
          <a:xfrm flipH="1" flipV="1">
            <a:off x="6701963" y="2360366"/>
            <a:ext cx="84731" cy="272413"/>
          </a:xfrm>
          <a:prstGeom prst="line">
            <a:avLst/>
          </a:prstGeom>
          <a:ln>
            <a:solidFill>
              <a:srgbClr val="0066FF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5" name="그룹 324"/>
          <p:cNvGrpSpPr/>
          <p:nvPr/>
        </p:nvGrpSpPr>
        <p:grpSpPr>
          <a:xfrm>
            <a:off x="7987920" y="2371316"/>
            <a:ext cx="890634" cy="307777"/>
            <a:chOff x="7987920" y="2371316"/>
            <a:chExt cx="890634" cy="307777"/>
          </a:xfrm>
        </p:grpSpPr>
        <p:sp>
          <p:nvSpPr>
            <p:cNvPr id="326" name="TextBox 325"/>
            <p:cNvSpPr txBox="1"/>
            <p:nvPr/>
          </p:nvSpPr>
          <p:spPr>
            <a:xfrm>
              <a:off x="7999895" y="2371316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temp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27" name="직선 연결선 326"/>
            <p:cNvCxnSpPr/>
            <p:nvPr/>
          </p:nvCxnSpPr>
          <p:spPr>
            <a:xfrm flipV="1">
              <a:off x="7987920" y="2531857"/>
              <a:ext cx="291136" cy="99768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0" name="그룹 439"/>
          <p:cNvGrpSpPr/>
          <p:nvPr/>
        </p:nvGrpSpPr>
        <p:grpSpPr>
          <a:xfrm>
            <a:off x="2002383" y="3648287"/>
            <a:ext cx="1705521" cy="2304256"/>
            <a:chOff x="3693869" y="3648287"/>
            <a:chExt cx="1705521" cy="2304256"/>
          </a:xfrm>
        </p:grpSpPr>
        <p:cxnSp>
          <p:nvCxnSpPr>
            <p:cNvPr id="441" name="직선 연결선 440"/>
            <p:cNvCxnSpPr/>
            <p:nvPr/>
          </p:nvCxnSpPr>
          <p:spPr>
            <a:xfrm>
              <a:off x="4915442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직선 연결선 441"/>
            <p:cNvCxnSpPr/>
            <p:nvPr/>
          </p:nvCxnSpPr>
          <p:spPr>
            <a:xfrm>
              <a:off x="5288361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직선 연결선 442"/>
            <p:cNvCxnSpPr/>
            <p:nvPr/>
          </p:nvCxnSpPr>
          <p:spPr>
            <a:xfrm>
              <a:off x="3763314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4" name="TextBox 19"/>
            <p:cNvSpPr txBox="1"/>
            <p:nvPr/>
          </p:nvSpPr>
          <p:spPr>
            <a:xfrm>
              <a:off x="4190234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445" name="직선 연결선 444"/>
            <p:cNvCxnSpPr/>
            <p:nvPr/>
          </p:nvCxnSpPr>
          <p:spPr>
            <a:xfrm>
              <a:off x="4915442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6" name="TextBox 445"/>
            <p:cNvSpPr txBox="1"/>
            <p:nvPr/>
          </p:nvSpPr>
          <p:spPr>
            <a:xfrm>
              <a:off x="3693869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447" name="TextBox 446"/>
            <p:cNvSpPr txBox="1"/>
            <p:nvPr/>
          </p:nvSpPr>
          <p:spPr>
            <a:xfrm>
              <a:off x="4895334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48" name="TextBox 19"/>
            <p:cNvSpPr txBox="1"/>
            <p:nvPr/>
          </p:nvSpPr>
          <p:spPr>
            <a:xfrm>
              <a:off x="4031238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449" name="직선 연결선 448"/>
            <p:cNvCxnSpPr/>
            <p:nvPr/>
          </p:nvCxnSpPr>
          <p:spPr>
            <a:xfrm>
              <a:off x="3763314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0" name="TextBox 449"/>
            <p:cNvSpPr txBox="1"/>
            <p:nvPr/>
          </p:nvSpPr>
          <p:spPr>
            <a:xfrm>
              <a:off x="4895334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51" name="TextBox 19"/>
            <p:cNvSpPr txBox="1"/>
            <p:nvPr/>
          </p:nvSpPr>
          <p:spPr>
            <a:xfrm>
              <a:off x="4190234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452" name="직선 연결선 451"/>
            <p:cNvCxnSpPr/>
            <p:nvPr/>
          </p:nvCxnSpPr>
          <p:spPr>
            <a:xfrm>
              <a:off x="4915442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3" name="TextBox 452"/>
            <p:cNvSpPr txBox="1"/>
            <p:nvPr/>
          </p:nvSpPr>
          <p:spPr>
            <a:xfrm>
              <a:off x="3693869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454" name="TextBox 453"/>
            <p:cNvSpPr txBox="1"/>
            <p:nvPr/>
          </p:nvSpPr>
          <p:spPr>
            <a:xfrm>
              <a:off x="4895334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55" name="TextBox 19"/>
            <p:cNvSpPr txBox="1"/>
            <p:nvPr/>
          </p:nvSpPr>
          <p:spPr>
            <a:xfrm>
              <a:off x="4031238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456" name="직선 연결선 455"/>
            <p:cNvCxnSpPr/>
            <p:nvPr/>
          </p:nvCxnSpPr>
          <p:spPr>
            <a:xfrm>
              <a:off x="3763314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7" name="TextBox 456"/>
            <p:cNvSpPr txBox="1"/>
            <p:nvPr/>
          </p:nvSpPr>
          <p:spPr>
            <a:xfrm>
              <a:off x="4895334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58" name="TextBox 19"/>
            <p:cNvSpPr txBox="1"/>
            <p:nvPr/>
          </p:nvSpPr>
          <p:spPr>
            <a:xfrm>
              <a:off x="4190234" y="45764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459" name="직선 연결선 458"/>
            <p:cNvCxnSpPr/>
            <p:nvPr/>
          </p:nvCxnSpPr>
          <p:spPr>
            <a:xfrm>
              <a:off x="4915442" y="461435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0" name="TextBox 459"/>
            <p:cNvSpPr txBox="1"/>
            <p:nvPr/>
          </p:nvSpPr>
          <p:spPr>
            <a:xfrm>
              <a:off x="3693869" y="457645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461" name="TextBox 460"/>
            <p:cNvSpPr txBox="1"/>
            <p:nvPr/>
          </p:nvSpPr>
          <p:spPr>
            <a:xfrm>
              <a:off x="4895334" y="455451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62" name="TextBox 19"/>
            <p:cNvSpPr txBox="1"/>
            <p:nvPr/>
          </p:nvSpPr>
          <p:spPr>
            <a:xfrm>
              <a:off x="4031238" y="433735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/>
                <a:t>3</a:t>
              </a:r>
              <a:endParaRPr lang="ko-KR" altLang="en-US" sz="1200" baseline="-25000" dirty="0"/>
            </a:p>
          </p:txBody>
        </p:sp>
        <p:cxnSp>
          <p:nvCxnSpPr>
            <p:cNvPr id="463" name="직선 연결선 462"/>
            <p:cNvCxnSpPr/>
            <p:nvPr/>
          </p:nvCxnSpPr>
          <p:spPr>
            <a:xfrm>
              <a:off x="3763314" y="43752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4" name="TextBox 463"/>
            <p:cNvSpPr txBox="1"/>
            <p:nvPr/>
          </p:nvSpPr>
          <p:spPr>
            <a:xfrm>
              <a:off x="4895334" y="43297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465" name="그룹 464"/>
          <p:cNvGrpSpPr/>
          <p:nvPr/>
        </p:nvGrpSpPr>
        <p:grpSpPr>
          <a:xfrm>
            <a:off x="179512" y="3648287"/>
            <a:ext cx="1705521" cy="2304256"/>
            <a:chOff x="5530775" y="3648287"/>
            <a:chExt cx="1705521" cy="2304256"/>
          </a:xfrm>
        </p:grpSpPr>
        <p:cxnSp>
          <p:nvCxnSpPr>
            <p:cNvPr id="466" name="직선 연결선 465"/>
            <p:cNvCxnSpPr/>
            <p:nvPr/>
          </p:nvCxnSpPr>
          <p:spPr>
            <a:xfrm>
              <a:off x="6752348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직선 연결선 466"/>
            <p:cNvCxnSpPr/>
            <p:nvPr/>
          </p:nvCxnSpPr>
          <p:spPr>
            <a:xfrm>
              <a:off x="712526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직선 연결선 467"/>
            <p:cNvCxnSpPr/>
            <p:nvPr/>
          </p:nvCxnSpPr>
          <p:spPr>
            <a:xfrm>
              <a:off x="5600220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9" name="TextBox 19"/>
            <p:cNvSpPr txBox="1"/>
            <p:nvPr/>
          </p:nvSpPr>
          <p:spPr>
            <a:xfrm>
              <a:off x="6027140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470" name="직선 연결선 469"/>
            <p:cNvCxnSpPr/>
            <p:nvPr/>
          </p:nvCxnSpPr>
          <p:spPr>
            <a:xfrm>
              <a:off x="6752348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TextBox 470"/>
            <p:cNvSpPr txBox="1"/>
            <p:nvPr/>
          </p:nvSpPr>
          <p:spPr>
            <a:xfrm>
              <a:off x="5530775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472" name="TextBox 471"/>
            <p:cNvSpPr txBox="1"/>
            <p:nvPr/>
          </p:nvSpPr>
          <p:spPr>
            <a:xfrm>
              <a:off x="6732240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73" name="TextBox 19"/>
            <p:cNvSpPr txBox="1"/>
            <p:nvPr/>
          </p:nvSpPr>
          <p:spPr>
            <a:xfrm>
              <a:off x="5868144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474" name="직선 연결선 473"/>
            <p:cNvCxnSpPr/>
            <p:nvPr/>
          </p:nvCxnSpPr>
          <p:spPr>
            <a:xfrm>
              <a:off x="5600220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5" name="TextBox 474"/>
            <p:cNvSpPr txBox="1"/>
            <p:nvPr/>
          </p:nvSpPr>
          <p:spPr>
            <a:xfrm>
              <a:off x="6732240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76" name="TextBox 19"/>
            <p:cNvSpPr txBox="1"/>
            <p:nvPr/>
          </p:nvSpPr>
          <p:spPr>
            <a:xfrm>
              <a:off x="6027140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477" name="직선 연결선 476"/>
            <p:cNvCxnSpPr/>
            <p:nvPr/>
          </p:nvCxnSpPr>
          <p:spPr>
            <a:xfrm>
              <a:off x="6752348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8" name="TextBox 477"/>
            <p:cNvSpPr txBox="1"/>
            <p:nvPr/>
          </p:nvSpPr>
          <p:spPr>
            <a:xfrm>
              <a:off x="5530775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479" name="TextBox 478"/>
            <p:cNvSpPr txBox="1"/>
            <p:nvPr/>
          </p:nvSpPr>
          <p:spPr>
            <a:xfrm>
              <a:off x="6732240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80" name="TextBox 19"/>
            <p:cNvSpPr txBox="1"/>
            <p:nvPr/>
          </p:nvSpPr>
          <p:spPr>
            <a:xfrm>
              <a:off x="5868144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481" name="직선 연결선 480"/>
            <p:cNvCxnSpPr/>
            <p:nvPr/>
          </p:nvCxnSpPr>
          <p:spPr>
            <a:xfrm>
              <a:off x="5600220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2" name="TextBox 481"/>
            <p:cNvSpPr txBox="1"/>
            <p:nvPr/>
          </p:nvSpPr>
          <p:spPr>
            <a:xfrm>
              <a:off x="6732240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83" name="TextBox 19"/>
            <p:cNvSpPr txBox="1"/>
            <p:nvPr/>
          </p:nvSpPr>
          <p:spPr>
            <a:xfrm>
              <a:off x="6027140" y="45764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484" name="직선 연결선 483"/>
            <p:cNvCxnSpPr/>
            <p:nvPr/>
          </p:nvCxnSpPr>
          <p:spPr>
            <a:xfrm>
              <a:off x="6752348" y="461435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5" name="TextBox 484"/>
            <p:cNvSpPr txBox="1"/>
            <p:nvPr/>
          </p:nvSpPr>
          <p:spPr>
            <a:xfrm>
              <a:off x="5530775" y="457645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486" name="TextBox 485"/>
            <p:cNvSpPr txBox="1"/>
            <p:nvPr/>
          </p:nvSpPr>
          <p:spPr>
            <a:xfrm>
              <a:off x="6732240" y="455451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87" name="TextBox 19"/>
            <p:cNvSpPr txBox="1"/>
            <p:nvPr/>
          </p:nvSpPr>
          <p:spPr>
            <a:xfrm>
              <a:off x="5868144" y="433735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/>
                <a:t>3</a:t>
              </a:r>
              <a:endParaRPr lang="ko-KR" altLang="en-US" sz="1200" baseline="-25000" dirty="0"/>
            </a:p>
          </p:txBody>
        </p:sp>
        <p:cxnSp>
          <p:nvCxnSpPr>
            <p:cNvPr id="488" name="직선 연결선 487"/>
            <p:cNvCxnSpPr/>
            <p:nvPr/>
          </p:nvCxnSpPr>
          <p:spPr>
            <a:xfrm>
              <a:off x="5600220" y="43752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9" name="TextBox 488"/>
            <p:cNvSpPr txBox="1"/>
            <p:nvPr/>
          </p:nvSpPr>
          <p:spPr>
            <a:xfrm>
              <a:off x="6732240" y="43297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90" name="TextBox 19"/>
            <p:cNvSpPr txBox="1"/>
            <p:nvPr/>
          </p:nvSpPr>
          <p:spPr>
            <a:xfrm>
              <a:off x="6027140" y="4110813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5</a:t>
              </a:r>
              <a:endParaRPr lang="ko-KR" altLang="en-US" sz="1200" baseline="-25000" dirty="0"/>
            </a:p>
          </p:txBody>
        </p:sp>
        <p:cxnSp>
          <p:nvCxnSpPr>
            <p:cNvPr id="491" name="직선 연결선 490"/>
            <p:cNvCxnSpPr/>
            <p:nvPr/>
          </p:nvCxnSpPr>
          <p:spPr>
            <a:xfrm>
              <a:off x="6752348" y="4148705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2" name="TextBox 491"/>
            <p:cNvSpPr txBox="1"/>
            <p:nvPr/>
          </p:nvSpPr>
          <p:spPr>
            <a:xfrm>
              <a:off x="5530775" y="4110814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5</a:t>
              </a:r>
              <a:endParaRPr lang="ko-KR" altLang="en-US" sz="1200" baseline="-25000" dirty="0"/>
            </a:p>
          </p:txBody>
        </p:sp>
        <p:sp>
          <p:nvSpPr>
            <p:cNvPr id="493" name="TextBox 492"/>
            <p:cNvSpPr txBox="1"/>
            <p:nvPr/>
          </p:nvSpPr>
          <p:spPr>
            <a:xfrm>
              <a:off x="6703953" y="4110510"/>
              <a:ext cx="4568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0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494" name="TextBox 19"/>
            <p:cNvSpPr txBox="1"/>
            <p:nvPr/>
          </p:nvSpPr>
          <p:spPr>
            <a:xfrm>
              <a:off x="5868144" y="3871706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5</a:t>
              </a:r>
              <a:endParaRPr lang="ko-KR" altLang="en-US" sz="1200" baseline="-25000" dirty="0"/>
            </a:p>
          </p:txBody>
        </p:sp>
        <p:cxnSp>
          <p:nvCxnSpPr>
            <p:cNvPr id="495" name="직선 연결선 494"/>
            <p:cNvCxnSpPr/>
            <p:nvPr/>
          </p:nvCxnSpPr>
          <p:spPr>
            <a:xfrm>
              <a:off x="5600220" y="390959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6" name="그룹 495"/>
          <p:cNvGrpSpPr/>
          <p:nvPr/>
        </p:nvGrpSpPr>
        <p:grpSpPr>
          <a:xfrm>
            <a:off x="3707904" y="3648287"/>
            <a:ext cx="1705521" cy="2304256"/>
            <a:chOff x="3707904" y="3648287"/>
            <a:chExt cx="1705521" cy="2304256"/>
          </a:xfrm>
        </p:grpSpPr>
        <p:cxnSp>
          <p:nvCxnSpPr>
            <p:cNvPr id="497" name="직선 연결선 496"/>
            <p:cNvCxnSpPr/>
            <p:nvPr/>
          </p:nvCxnSpPr>
          <p:spPr>
            <a:xfrm>
              <a:off x="492947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직선 연결선 497"/>
            <p:cNvCxnSpPr/>
            <p:nvPr/>
          </p:nvCxnSpPr>
          <p:spPr>
            <a:xfrm>
              <a:off x="5302396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직선 연결선 498"/>
            <p:cNvCxnSpPr/>
            <p:nvPr/>
          </p:nvCxnSpPr>
          <p:spPr>
            <a:xfrm>
              <a:off x="3777349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0" name="TextBox 19"/>
            <p:cNvSpPr txBox="1"/>
            <p:nvPr/>
          </p:nvSpPr>
          <p:spPr>
            <a:xfrm>
              <a:off x="4204269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501" name="직선 연결선 500"/>
            <p:cNvCxnSpPr/>
            <p:nvPr/>
          </p:nvCxnSpPr>
          <p:spPr>
            <a:xfrm>
              <a:off x="4929477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" name="TextBox 501"/>
            <p:cNvSpPr txBox="1"/>
            <p:nvPr/>
          </p:nvSpPr>
          <p:spPr>
            <a:xfrm>
              <a:off x="3707904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503" name="TextBox 502"/>
            <p:cNvSpPr txBox="1"/>
            <p:nvPr/>
          </p:nvSpPr>
          <p:spPr>
            <a:xfrm>
              <a:off x="4909369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04" name="TextBox 19"/>
            <p:cNvSpPr txBox="1"/>
            <p:nvPr/>
          </p:nvSpPr>
          <p:spPr>
            <a:xfrm>
              <a:off x="4045273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505" name="직선 연결선 504"/>
            <p:cNvCxnSpPr/>
            <p:nvPr/>
          </p:nvCxnSpPr>
          <p:spPr>
            <a:xfrm>
              <a:off x="3777349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6" name="TextBox 505"/>
            <p:cNvSpPr txBox="1"/>
            <p:nvPr/>
          </p:nvSpPr>
          <p:spPr>
            <a:xfrm>
              <a:off x="4909369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07" name="TextBox 19"/>
            <p:cNvSpPr txBox="1"/>
            <p:nvPr/>
          </p:nvSpPr>
          <p:spPr>
            <a:xfrm>
              <a:off x="4204269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508" name="직선 연결선 507"/>
            <p:cNvCxnSpPr/>
            <p:nvPr/>
          </p:nvCxnSpPr>
          <p:spPr>
            <a:xfrm>
              <a:off x="4929477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9" name="TextBox 508"/>
            <p:cNvSpPr txBox="1"/>
            <p:nvPr/>
          </p:nvSpPr>
          <p:spPr>
            <a:xfrm>
              <a:off x="3707904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510" name="TextBox 509"/>
            <p:cNvSpPr txBox="1"/>
            <p:nvPr/>
          </p:nvSpPr>
          <p:spPr>
            <a:xfrm>
              <a:off x="4909369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11" name="TextBox 19"/>
            <p:cNvSpPr txBox="1"/>
            <p:nvPr/>
          </p:nvSpPr>
          <p:spPr>
            <a:xfrm>
              <a:off x="4045273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512" name="직선 연결선 511"/>
            <p:cNvCxnSpPr/>
            <p:nvPr/>
          </p:nvCxnSpPr>
          <p:spPr>
            <a:xfrm>
              <a:off x="3777349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3" name="TextBox 512"/>
            <p:cNvSpPr txBox="1"/>
            <p:nvPr/>
          </p:nvSpPr>
          <p:spPr>
            <a:xfrm>
              <a:off x="4909369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514" name="그룹 513"/>
          <p:cNvGrpSpPr/>
          <p:nvPr/>
        </p:nvGrpSpPr>
        <p:grpSpPr>
          <a:xfrm>
            <a:off x="5580112" y="3648287"/>
            <a:ext cx="1705521" cy="2304256"/>
            <a:chOff x="3693869" y="3648287"/>
            <a:chExt cx="1705521" cy="2304256"/>
          </a:xfrm>
        </p:grpSpPr>
        <p:cxnSp>
          <p:nvCxnSpPr>
            <p:cNvPr id="515" name="직선 연결선 514"/>
            <p:cNvCxnSpPr/>
            <p:nvPr/>
          </p:nvCxnSpPr>
          <p:spPr>
            <a:xfrm>
              <a:off x="4915442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직선 연결선 515"/>
            <p:cNvCxnSpPr/>
            <p:nvPr/>
          </p:nvCxnSpPr>
          <p:spPr>
            <a:xfrm>
              <a:off x="5288361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직선 연결선 516"/>
            <p:cNvCxnSpPr/>
            <p:nvPr/>
          </p:nvCxnSpPr>
          <p:spPr>
            <a:xfrm>
              <a:off x="3763314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8" name="TextBox 19"/>
            <p:cNvSpPr txBox="1"/>
            <p:nvPr/>
          </p:nvSpPr>
          <p:spPr>
            <a:xfrm>
              <a:off x="4190234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519" name="직선 연결선 518"/>
            <p:cNvCxnSpPr/>
            <p:nvPr/>
          </p:nvCxnSpPr>
          <p:spPr>
            <a:xfrm>
              <a:off x="4915442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0" name="TextBox 519"/>
            <p:cNvSpPr txBox="1"/>
            <p:nvPr/>
          </p:nvSpPr>
          <p:spPr>
            <a:xfrm>
              <a:off x="3693869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521" name="TextBox 520"/>
            <p:cNvSpPr txBox="1"/>
            <p:nvPr/>
          </p:nvSpPr>
          <p:spPr>
            <a:xfrm>
              <a:off x="4895334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22" name="TextBox 19"/>
            <p:cNvSpPr txBox="1"/>
            <p:nvPr/>
          </p:nvSpPr>
          <p:spPr>
            <a:xfrm>
              <a:off x="4031238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523" name="직선 연결선 522"/>
            <p:cNvCxnSpPr/>
            <p:nvPr/>
          </p:nvCxnSpPr>
          <p:spPr>
            <a:xfrm>
              <a:off x="3763314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4" name="TextBox 523"/>
            <p:cNvSpPr txBox="1"/>
            <p:nvPr/>
          </p:nvSpPr>
          <p:spPr>
            <a:xfrm>
              <a:off x="4895334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25" name="TextBox 19"/>
            <p:cNvSpPr txBox="1"/>
            <p:nvPr/>
          </p:nvSpPr>
          <p:spPr>
            <a:xfrm>
              <a:off x="4190234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526" name="직선 연결선 525"/>
            <p:cNvCxnSpPr/>
            <p:nvPr/>
          </p:nvCxnSpPr>
          <p:spPr>
            <a:xfrm>
              <a:off x="4915442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7" name="TextBox 526"/>
            <p:cNvSpPr txBox="1"/>
            <p:nvPr/>
          </p:nvSpPr>
          <p:spPr>
            <a:xfrm>
              <a:off x="3693869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528" name="TextBox 527"/>
            <p:cNvSpPr txBox="1"/>
            <p:nvPr/>
          </p:nvSpPr>
          <p:spPr>
            <a:xfrm>
              <a:off x="4895334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29" name="TextBox 19"/>
            <p:cNvSpPr txBox="1"/>
            <p:nvPr/>
          </p:nvSpPr>
          <p:spPr>
            <a:xfrm>
              <a:off x="4031238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530" name="직선 연결선 529"/>
            <p:cNvCxnSpPr/>
            <p:nvPr/>
          </p:nvCxnSpPr>
          <p:spPr>
            <a:xfrm>
              <a:off x="3763314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1" name="TextBox 530"/>
            <p:cNvSpPr txBox="1"/>
            <p:nvPr/>
          </p:nvSpPr>
          <p:spPr>
            <a:xfrm>
              <a:off x="4895334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32" name="TextBox 19"/>
            <p:cNvSpPr txBox="1"/>
            <p:nvPr/>
          </p:nvSpPr>
          <p:spPr>
            <a:xfrm>
              <a:off x="4190234" y="45764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/>
                <a:t>6</a:t>
              </a:r>
              <a:endParaRPr lang="ko-KR" altLang="en-US" sz="1200" baseline="-25000" dirty="0"/>
            </a:p>
          </p:txBody>
        </p:sp>
        <p:cxnSp>
          <p:nvCxnSpPr>
            <p:cNvPr id="533" name="직선 연결선 532"/>
            <p:cNvCxnSpPr/>
            <p:nvPr/>
          </p:nvCxnSpPr>
          <p:spPr>
            <a:xfrm>
              <a:off x="4915442" y="461435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4" name="TextBox 533"/>
            <p:cNvSpPr txBox="1"/>
            <p:nvPr/>
          </p:nvSpPr>
          <p:spPr>
            <a:xfrm>
              <a:off x="3693869" y="457645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/>
                <a:t>6</a:t>
              </a:r>
              <a:endParaRPr lang="ko-KR" altLang="en-US" sz="1200" baseline="-25000" dirty="0"/>
            </a:p>
          </p:txBody>
        </p:sp>
        <p:sp>
          <p:nvSpPr>
            <p:cNvPr id="535" name="TextBox 534"/>
            <p:cNvSpPr txBox="1"/>
            <p:nvPr/>
          </p:nvSpPr>
          <p:spPr>
            <a:xfrm>
              <a:off x="4895334" y="455451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36" name="TextBox 19"/>
            <p:cNvSpPr txBox="1"/>
            <p:nvPr/>
          </p:nvSpPr>
          <p:spPr>
            <a:xfrm>
              <a:off x="4031238" y="433735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6</a:t>
              </a:r>
              <a:endParaRPr lang="ko-KR" altLang="en-US" sz="1200" baseline="-25000" dirty="0"/>
            </a:p>
          </p:txBody>
        </p:sp>
        <p:cxnSp>
          <p:nvCxnSpPr>
            <p:cNvPr id="537" name="직선 연결선 536"/>
            <p:cNvCxnSpPr/>
            <p:nvPr/>
          </p:nvCxnSpPr>
          <p:spPr>
            <a:xfrm>
              <a:off x="3763314" y="43752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8" name="TextBox 537"/>
            <p:cNvSpPr txBox="1"/>
            <p:nvPr/>
          </p:nvSpPr>
          <p:spPr>
            <a:xfrm>
              <a:off x="4895334" y="43297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539" name="그룹 538"/>
          <p:cNvGrpSpPr/>
          <p:nvPr/>
        </p:nvGrpSpPr>
        <p:grpSpPr>
          <a:xfrm>
            <a:off x="7330975" y="3648287"/>
            <a:ext cx="1705521" cy="2304256"/>
            <a:chOff x="5530775" y="3648287"/>
            <a:chExt cx="1705521" cy="2304256"/>
          </a:xfrm>
        </p:grpSpPr>
        <p:cxnSp>
          <p:nvCxnSpPr>
            <p:cNvPr id="540" name="직선 연결선 539"/>
            <p:cNvCxnSpPr/>
            <p:nvPr/>
          </p:nvCxnSpPr>
          <p:spPr>
            <a:xfrm>
              <a:off x="6752348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직선 연결선 540"/>
            <p:cNvCxnSpPr/>
            <p:nvPr/>
          </p:nvCxnSpPr>
          <p:spPr>
            <a:xfrm>
              <a:off x="712526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직선 연결선 541"/>
            <p:cNvCxnSpPr/>
            <p:nvPr/>
          </p:nvCxnSpPr>
          <p:spPr>
            <a:xfrm>
              <a:off x="5600220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3" name="TextBox 19"/>
            <p:cNvSpPr txBox="1"/>
            <p:nvPr/>
          </p:nvSpPr>
          <p:spPr>
            <a:xfrm>
              <a:off x="6027140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544" name="직선 연결선 543"/>
            <p:cNvCxnSpPr/>
            <p:nvPr/>
          </p:nvCxnSpPr>
          <p:spPr>
            <a:xfrm>
              <a:off x="6752348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5" name="TextBox 544"/>
            <p:cNvSpPr txBox="1"/>
            <p:nvPr/>
          </p:nvSpPr>
          <p:spPr>
            <a:xfrm>
              <a:off x="5530775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546" name="TextBox 545"/>
            <p:cNvSpPr txBox="1"/>
            <p:nvPr/>
          </p:nvSpPr>
          <p:spPr>
            <a:xfrm>
              <a:off x="6732240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47" name="TextBox 19"/>
            <p:cNvSpPr txBox="1"/>
            <p:nvPr/>
          </p:nvSpPr>
          <p:spPr>
            <a:xfrm>
              <a:off x="5868144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548" name="직선 연결선 547"/>
            <p:cNvCxnSpPr/>
            <p:nvPr/>
          </p:nvCxnSpPr>
          <p:spPr>
            <a:xfrm>
              <a:off x="5600220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9" name="TextBox 548"/>
            <p:cNvSpPr txBox="1"/>
            <p:nvPr/>
          </p:nvSpPr>
          <p:spPr>
            <a:xfrm>
              <a:off x="6732240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50" name="TextBox 19"/>
            <p:cNvSpPr txBox="1"/>
            <p:nvPr/>
          </p:nvSpPr>
          <p:spPr>
            <a:xfrm>
              <a:off x="6027140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551" name="직선 연결선 550"/>
            <p:cNvCxnSpPr/>
            <p:nvPr/>
          </p:nvCxnSpPr>
          <p:spPr>
            <a:xfrm>
              <a:off x="6752348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2" name="TextBox 551"/>
            <p:cNvSpPr txBox="1"/>
            <p:nvPr/>
          </p:nvSpPr>
          <p:spPr>
            <a:xfrm>
              <a:off x="5530775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553" name="TextBox 552"/>
            <p:cNvSpPr txBox="1"/>
            <p:nvPr/>
          </p:nvSpPr>
          <p:spPr>
            <a:xfrm>
              <a:off x="6732240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54" name="TextBox 19"/>
            <p:cNvSpPr txBox="1"/>
            <p:nvPr/>
          </p:nvSpPr>
          <p:spPr>
            <a:xfrm>
              <a:off x="5868144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555" name="직선 연결선 554"/>
            <p:cNvCxnSpPr/>
            <p:nvPr/>
          </p:nvCxnSpPr>
          <p:spPr>
            <a:xfrm>
              <a:off x="5600220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6" name="TextBox 555"/>
            <p:cNvSpPr txBox="1"/>
            <p:nvPr/>
          </p:nvSpPr>
          <p:spPr>
            <a:xfrm>
              <a:off x="6732240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57" name="TextBox 19"/>
            <p:cNvSpPr txBox="1"/>
            <p:nvPr/>
          </p:nvSpPr>
          <p:spPr>
            <a:xfrm>
              <a:off x="6027140" y="45764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/>
                <a:t>6</a:t>
              </a:r>
              <a:endParaRPr lang="ko-KR" altLang="en-US" sz="1200" baseline="-25000" dirty="0"/>
            </a:p>
          </p:txBody>
        </p:sp>
        <p:cxnSp>
          <p:nvCxnSpPr>
            <p:cNvPr id="558" name="직선 연결선 557"/>
            <p:cNvCxnSpPr/>
            <p:nvPr/>
          </p:nvCxnSpPr>
          <p:spPr>
            <a:xfrm>
              <a:off x="6752348" y="461435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9" name="TextBox 558"/>
            <p:cNvSpPr txBox="1"/>
            <p:nvPr/>
          </p:nvSpPr>
          <p:spPr>
            <a:xfrm>
              <a:off x="5530775" y="457645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6</a:t>
              </a:r>
              <a:endParaRPr lang="ko-KR" altLang="en-US" sz="1200" baseline="-25000" dirty="0"/>
            </a:p>
          </p:txBody>
        </p:sp>
        <p:sp>
          <p:nvSpPr>
            <p:cNvPr id="560" name="TextBox 559"/>
            <p:cNvSpPr txBox="1"/>
            <p:nvPr/>
          </p:nvSpPr>
          <p:spPr>
            <a:xfrm>
              <a:off x="6732240" y="455451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61" name="TextBox 19"/>
            <p:cNvSpPr txBox="1"/>
            <p:nvPr/>
          </p:nvSpPr>
          <p:spPr>
            <a:xfrm>
              <a:off x="5868144" y="433735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6</a:t>
              </a:r>
              <a:endParaRPr lang="ko-KR" altLang="en-US" sz="1200" baseline="-25000" dirty="0"/>
            </a:p>
          </p:txBody>
        </p:sp>
        <p:cxnSp>
          <p:nvCxnSpPr>
            <p:cNvPr id="562" name="직선 연결선 561"/>
            <p:cNvCxnSpPr/>
            <p:nvPr/>
          </p:nvCxnSpPr>
          <p:spPr>
            <a:xfrm>
              <a:off x="5600220" y="43752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3" name="TextBox 562"/>
            <p:cNvSpPr txBox="1"/>
            <p:nvPr/>
          </p:nvSpPr>
          <p:spPr>
            <a:xfrm>
              <a:off x="6732240" y="43297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64" name="TextBox 19"/>
            <p:cNvSpPr txBox="1"/>
            <p:nvPr/>
          </p:nvSpPr>
          <p:spPr>
            <a:xfrm>
              <a:off x="6027140" y="4110813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7</a:t>
              </a:r>
              <a:endParaRPr lang="ko-KR" altLang="en-US" sz="1200" baseline="-25000" dirty="0"/>
            </a:p>
          </p:txBody>
        </p:sp>
        <p:cxnSp>
          <p:nvCxnSpPr>
            <p:cNvPr id="565" name="직선 연결선 564"/>
            <p:cNvCxnSpPr/>
            <p:nvPr/>
          </p:nvCxnSpPr>
          <p:spPr>
            <a:xfrm>
              <a:off x="6752348" y="4148705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6" name="TextBox 565"/>
            <p:cNvSpPr txBox="1"/>
            <p:nvPr/>
          </p:nvSpPr>
          <p:spPr>
            <a:xfrm>
              <a:off x="5530775" y="4110814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7</a:t>
              </a:r>
              <a:endParaRPr lang="ko-KR" altLang="en-US" sz="1200" baseline="-25000" dirty="0"/>
            </a:p>
          </p:txBody>
        </p:sp>
        <p:sp>
          <p:nvSpPr>
            <p:cNvPr id="567" name="TextBox 566"/>
            <p:cNvSpPr txBox="1"/>
            <p:nvPr/>
          </p:nvSpPr>
          <p:spPr>
            <a:xfrm>
              <a:off x="6703953" y="4110510"/>
              <a:ext cx="4568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0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568" name="TextBox 19"/>
            <p:cNvSpPr txBox="1"/>
            <p:nvPr/>
          </p:nvSpPr>
          <p:spPr>
            <a:xfrm>
              <a:off x="5868144" y="3871706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7</a:t>
              </a:r>
              <a:endParaRPr lang="ko-KR" altLang="en-US" sz="1200" baseline="-25000" dirty="0"/>
            </a:p>
          </p:txBody>
        </p:sp>
        <p:cxnSp>
          <p:nvCxnSpPr>
            <p:cNvPr id="569" name="직선 연결선 568"/>
            <p:cNvCxnSpPr/>
            <p:nvPr/>
          </p:nvCxnSpPr>
          <p:spPr>
            <a:xfrm>
              <a:off x="5600220" y="390959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948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" grpId="0"/>
      <p:bldP spid="303" grpId="0"/>
      <p:bldP spid="3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" y="373351"/>
            <a:ext cx="4804824" cy="2191553"/>
          </a:xfrm>
          <a:prstGeom prst="rect">
            <a:avLst/>
          </a:prstGeom>
        </p:spPr>
      </p:pic>
      <p:graphicFrame>
        <p:nvGraphicFramePr>
          <p:cNvPr id="154" name="표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604821"/>
              </p:ext>
            </p:extLst>
          </p:nvPr>
        </p:nvGraphicFramePr>
        <p:xfrm>
          <a:off x="4748721" y="1635073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55" name="TextBox 154"/>
          <p:cNvSpPr txBox="1"/>
          <p:nvPr/>
        </p:nvSpPr>
        <p:spPr>
          <a:xfrm>
            <a:off x="4929887" y="1543320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6" name="표 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833938"/>
              </p:ext>
            </p:extLst>
          </p:nvPr>
        </p:nvGraphicFramePr>
        <p:xfrm>
          <a:off x="4199124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57" name="TextBox 156"/>
          <p:cNvSpPr txBox="1"/>
          <p:nvPr/>
        </p:nvSpPr>
        <p:spPr>
          <a:xfrm>
            <a:off x="4397543" y="2081882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B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8" name="표 1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811913"/>
              </p:ext>
            </p:extLst>
          </p:nvPr>
        </p:nvGraphicFramePr>
        <p:xfrm>
          <a:off x="5343583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60" name="TextBox 159"/>
          <p:cNvSpPr txBox="1"/>
          <p:nvPr/>
        </p:nvSpPr>
        <p:spPr>
          <a:xfrm>
            <a:off x="5524749" y="2081882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C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61" name="표 1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179139"/>
              </p:ext>
            </p:extLst>
          </p:nvPr>
        </p:nvGraphicFramePr>
        <p:xfrm>
          <a:off x="3769639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62" name="TextBox 161"/>
          <p:cNvSpPr txBox="1"/>
          <p:nvPr/>
        </p:nvSpPr>
        <p:spPr>
          <a:xfrm>
            <a:off x="3968674" y="2576305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D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63" name="표 1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753387"/>
              </p:ext>
            </p:extLst>
          </p:nvPr>
        </p:nvGraphicFramePr>
        <p:xfrm>
          <a:off x="4777751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64" name="TextBox 163"/>
          <p:cNvSpPr txBox="1"/>
          <p:nvPr/>
        </p:nvSpPr>
        <p:spPr>
          <a:xfrm>
            <a:off x="4974706" y="2574537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E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0" name="직선 연결선 169"/>
          <p:cNvCxnSpPr/>
          <p:nvPr/>
        </p:nvCxnSpPr>
        <p:spPr>
          <a:xfrm flipV="1">
            <a:off x="4607960" y="1758184"/>
            <a:ext cx="297378" cy="352047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/>
          <p:cNvCxnSpPr/>
          <p:nvPr/>
        </p:nvCxnSpPr>
        <p:spPr>
          <a:xfrm flipH="1" flipV="1">
            <a:off x="5434113" y="1758184"/>
            <a:ext cx="252219" cy="28919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/>
          <p:cNvCxnSpPr>
            <a:stCxn id="162" idx="0"/>
          </p:cNvCxnSpPr>
          <p:nvPr/>
        </p:nvCxnSpPr>
        <p:spPr>
          <a:xfrm flipV="1">
            <a:off x="4175522" y="2287113"/>
            <a:ext cx="199228" cy="28919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/>
          <p:cNvCxnSpPr/>
          <p:nvPr/>
        </p:nvCxnSpPr>
        <p:spPr>
          <a:xfrm flipH="1" flipV="1">
            <a:off x="4884623" y="2268873"/>
            <a:ext cx="175163" cy="33133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3755030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4272244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4789342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5298771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5353815" y="2067121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5872434" y="2067121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80" name="그룹 179"/>
          <p:cNvGrpSpPr/>
          <p:nvPr/>
        </p:nvGrpSpPr>
        <p:grpSpPr>
          <a:xfrm>
            <a:off x="4993774" y="1035904"/>
            <a:ext cx="878659" cy="545582"/>
            <a:chOff x="4993774" y="1035904"/>
            <a:chExt cx="878659" cy="545582"/>
          </a:xfrm>
        </p:grpSpPr>
        <p:cxnSp>
          <p:nvCxnSpPr>
            <p:cNvPr id="181" name="직선 연결선 180"/>
            <p:cNvCxnSpPr/>
            <p:nvPr/>
          </p:nvCxnSpPr>
          <p:spPr>
            <a:xfrm flipV="1">
              <a:off x="5136702" y="1308189"/>
              <a:ext cx="217113" cy="273297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/>
            <p:cNvSpPr txBox="1"/>
            <p:nvPr/>
          </p:nvSpPr>
          <p:spPr>
            <a:xfrm>
              <a:off x="4993774" y="1035904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83" name="그룹 182"/>
          <p:cNvGrpSpPr/>
          <p:nvPr/>
        </p:nvGrpSpPr>
        <p:grpSpPr>
          <a:xfrm>
            <a:off x="3899092" y="1586778"/>
            <a:ext cx="878659" cy="562803"/>
            <a:chOff x="3899092" y="1586778"/>
            <a:chExt cx="878659" cy="562803"/>
          </a:xfrm>
        </p:grpSpPr>
        <p:sp>
          <p:nvSpPr>
            <p:cNvPr id="184" name="TextBox 183"/>
            <p:cNvSpPr txBox="1"/>
            <p:nvPr/>
          </p:nvSpPr>
          <p:spPr>
            <a:xfrm>
              <a:off x="3899092" y="1586778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85" name="직선 연결선 184"/>
            <p:cNvCxnSpPr/>
            <p:nvPr/>
          </p:nvCxnSpPr>
          <p:spPr>
            <a:xfrm flipH="1" flipV="1">
              <a:off x="4430973" y="1877168"/>
              <a:ext cx="84731" cy="272413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7" name="그룹 256"/>
          <p:cNvGrpSpPr/>
          <p:nvPr/>
        </p:nvGrpSpPr>
        <p:grpSpPr>
          <a:xfrm>
            <a:off x="3323028" y="2122164"/>
            <a:ext cx="878659" cy="510615"/>
            <a:chOff x="3323028" y="2122164"/>
            <a:chExt cx="878659" cy="510615"/>
          </a:xfrm>
        </p:grpSpPr>
        <p:sp>
          <p:nvSpPr>
            <p:cNvPr id="282" name="TextBox 281"/>
            <p:cNvSpPr txBox="1"/>
            <p:nvPr/>
          </p:nvSpPr>
          <p:spPr>
            <a:xfrm>
              <a:off x="3323028" y="2122164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83" name="직선 연결선 282"/>
            <p:cNvCxnSpPr/>
            <p:nvPr/>
          </p:nvCxnSpPr>
          <p:spPr>
            <a:xfrm flipH="1" flipV="1">
              <a:off x="3940823" y="2360366"/>
              <a:ext cx="84731" cy="272413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4" name="TextBox 283"/>
          <p:cNvSpPr txBox="1"/>
          <p:nvPr/>
        </p:nvSpPr>
        <p:spPr>
          <a:xfrm>
            <a:off x="3417879" y="2753979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4042241" y="2761183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89" name="그룹 288"/>
          <p:cNvGrpSpPr/>
          <p:nvPr/>
        </p:nvGrpSpPr>
        <p:grpSpPr>
          <a:xfrm>
            <a:off x="5226780" y="2371316"/>
            <a:ext cx="890634" cy="307777"/>
            <a:chOff x="5226780" y="2371316"/>
            <a:chExt cx="890634" cy="307777"/>
          </a:xfrm>
        </p:grpSpPr>
        <p:sp>
          <p:nvSpPr>
            <p:cNvPr id="290" name="TextBox 289"/>
            <p:cNvSpPr txBox="1"/>
            <p:nvPr/>
          </p:nvSpPr>
          <p:spPr>
            <a:xfrm>
              <a:off x="5238755" y="2371316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91" name="직선 연결선 290"/>
            <p:cNvCxnSpPr/>
            <p:nvPr/>
          </p:nvCxnSpPr>
          <p:spPr>
            <a:xfrm flipV="1">
              <a:off x="5226780" y="2531857"/>
              <a:ext cx="291136" cy="99768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2" name="TextBox 291"/>
          <p:cNvSpPr txBox="1"/>
          <p:nvPr/>
        </p:nvSpPr>
        <p:spPr>
          <a:xfrm>
            <a:off x="4479092" y="2753979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96" name="표 2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724473"/>
              </p:ext>
            </p:extLst>
          </p:nvPr>
        </p:nvGraphicFramePr>
        <p:xfrm>
          <a:off x="7509861" y="1635073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98" name="표 2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724003"/>
              </p:ext>
            </p:extLst>
          </p:nvPr>
        </p:nvGraphicFramePr>
        <p:xfrm>
          <a:off x="6960264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02" name="표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969375"/>
              </p:ext>
            </p:extLst>
          </p:nvPr>
        </p:nvGraphicFramePr>
        <p:xfrm>
          <a:off x="6530779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03" name="TextBox 302"/>
          <p:cNvSpPr txBox="1"/>
          <p:nvPr/>
        </p:nvSpPr>
        <p:spPr>
          <a:xfrm>
            <a:off x="6729814" y="2576305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D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04" name="표 3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567181"/>
              </p:ext>
            </p:extLst>
          </p:nvPr>
        </p:nvGraphicFramePr>
        <p:xfrm>
          <a:off x="7538891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308" name="직선 연결선 307"/>
          <p:cNvCxnSpPr>
            <a:stCxn id="303" idx="0"/>
          </p:cNvCxnSpPr>
          <p:nvPr/>
        </p:nvCxnSpPr>
        <p:spPr>
          <a:xfrm flipV="1">
            <a:off x="6936662" y="2287113"/>
            <a:ext cx="199228" cy="28919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TextBox 309"/>
          <p:cNvSpPr txBox="1"/>
          <p:nvPr/>
        </p:nvSpPr>
        <p:spPr>
          <a:xfrm>
            <a:off x="6516170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1" name="TextBox 310"/>
          <p:cNvSpPr txBox="1"/>
          <p:nvPr/>
        </p:nvSpPr>
        <p:spPr>
          <a:xfrm>
            <a:off x="7033384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6" name="직선 연결선 315"/>
          <p:cNvCxnSpPr/>
          <p:nvPr/>
        </p:nvCxnSpPr>
        <p:spPr>
          <a:xfrm flipV="1">
            <a:off x="7897842" y="1308189"/>
            <a:ext cx="217113" cy="273297"/>
          </a:xfrm>
          <a:prstGeom prst="line">
            <a:avLst/>
          </a:prstGeom>
          <a:ln>
            <a:solidFill>
              <a:srgbClr val="0066FF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TextBox 316"/>
          <p:cNvSpPr txBox="1"/>
          <p:nvPr/>
        </p:nvSpPr>
        <p:spPr>
          <a:xfrm>
            <a:off x="7754914" y="1035904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temp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6660232" y="1586778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temp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9" name="직선 연결선 318"/>
          <p:cNvCxnSpPr/>
          <p:nvPr/>
        </p:nvCxnSpPr>
        <p:spPr>
          <a:xfrm flipH="1" flipV="1">
            <a:off x="7192113" y="1877168"/>
            <a:ext cx="84731" cy="272413"/>
          </a:xfrm>
          <a:prstGeom prst="line">
            <a:avLst/>
          </a:prstGeom>
          <a:ln>
            <a:solidFill>
              <a:srgbClr val="0066FF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TextBox 319"/>
          <p:cNvSpPr txBox="1"/>
          <p:nvPr/>
        </p:nvSpPr>
        <p:spPr>
          <a:xfrm>
            <a:off x="6084168" y="2122164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temp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21" name="직선 연결선 320"/>
          <p:cNvCxnSpPr/>
          <p:nvPr/>
        </p:nvCxnSpPr>
        <p:spPr>
          <a:xfrm flipH="1" flipV="1">
            <a:off x="6701963" y="2360366"/>
            <a:ext cx="84731" cy="272413"/>
          </a:xfrm>
          <a:prstGeom prst="line">
            <a:avLst/>
          </a:prstGeom>
          <a:ln>
            <a:solidFill>
              <a:srgbClr val="0066FF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5" name="그룹 324"/>
          <p:cNvGrpSpPr/>
          <p:nvPr/>
        </p:nvGrpSpPr>
        <p:grpSpPr>
          <a:xfrm>
            <a:off x="7987920" y="2371316"/>
            <a:ext cx="890634" cy="307777"/>
            <a:chOff x="7987920" y="2371316"/>
            <a:chExt cx="890634" cy="307777"/>
          </a:xfrm>
        </p:grpSpPr>
        <p:sp>
          <p:nvSpPr>
            <p:cNvPr id="326" name="TextBox 325"/>
            <p:cNvSpPr txBox="1"/>
            <p:nvPr/>
          </p:nvSpPr>
          <p:spPr>
            <a:xfrm>
              <a:off x="7999895" y="2371316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temp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27" name="직선 연결선 326"/>
            <p:cNvCxnSpPr/>
            <p:nvPr/>
          </p:nvCxnSpPr>
          <p:spPr>
            <a:xfrm flipV="1">
              <a:off x="7987920" y="2531857"/>
              <a:ext cx="291136" cy="99768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4" name="그룹 513"/>
          <p:cNvGrpSpPr/>
          <p:nvPr/>
        </p:nvGrpSpPr>
        <p:grpSpPr>
          <a:xfrm>
            <a:off x="107504" y="3648287"/>
            <a:ext cx="1705521" cy="2304256"/>
            <a:chOff x="3693869" y="3648287"/>
            <a:chExt cx="1705521" cy="2304256"/>
          </a:xfrm>
        </p:grpSpPr>
        <p:cxnSp>
          <p:nvCxnSpPr>
            <p:cNvPr id="515" name="직선 연결선 514"/>
            <p:cNvCxnSpPr/>
            <p:nvPr/>
          </p:nvCxnSpPr>
          <p:spPr>
            <a:xfrm>
              <a:off x="4915442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직선 연결선 515"/>
            <p:cNvCxnSpPr/>
            <p:nvPr/>
          </p:nvCxnSpPr>
          <p:spPr>
            <a:xfrm>
              <a:off x="5288361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직선 연결선 516"/>
            <p:cNvCxnSpPr/>
            <p:nvPr/>
          </p:nvCxnSpPr>
          <p:spPr>
            <a:xfrm>
              <a:off x="3763314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8" name="TextBox 19"/>
            <p:cNvSpPr txBox="1"/>
            <p:nvPr/>
          </p:nvSpPr>
          <p:spPr>
            <a:xfrm>
              <a:off x="4190234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519" name="직선 연결선 518"/>
            <p:cNvCxnSpPr/>
            <p:nvPr/>
          </p:nvCxnSpPr>
          <p:spPr>
            <a:xfrm>
              <a:off x="4915442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0" name="TextBox 519"/>
            <p:cNvSpPr txBox="1"/>
            <p:nvPr/>
          </p:nvSpPr>
          <p:spPr>
            <a:xfrm>
              <a:off x="3693869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521" name="TextBox 520"/>
            <p:cNvSpPr txBox="1"/>
            <p:nvPr/>
          </p:nvSpPr>
          <p:spPr>
            <a:xfrm>
              <a:off x="4895334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22" name="TextBox 19"/>
            <p:cNvSpPr txBox="1"/>
            <p:nvPr/>
          </p:nvSpPr>
          <p:spPr>
            <a:xfrm>
              <a:off x="4031238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523" name="직선 연결선 522"/>
            <p:cNvCxnSpPr/>
            <p:nvPr/>
          </p:nvCxnSpPr>
          <p:spPr>
            <a:xfrm>
              <a:off x="3763314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4" name="TextBox 523"/>
            <p:cNvSpPr txBox="1"/>
            <p:nvPr/>
          </p:nvSpPr>
          <p:spPr>
            <a:xfrm>
              <a:off x="4895334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25" name="TextBox 19"/>
            <p:cNvSpPr txBox="1"/>
            <p:nvPr/>
          </p:nvSpPr>
          <p:spPr>
            <a:xfrm>
              <a:off x="4190234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526" name="직선 연결선 525"/>
            <p:cNvCxnSpPr/>
            <p:nvPr/>
          </p:nvCxnSpPr>
          <p:spPr>
            <a:xfrm>
              <a:off x="4915442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7" name="TextBox 526"/>
            <p:cNvSpPr txBox="1"/>
            <p:nvPr/>
          </p:nvSpPr>
          <p:spPr>
            <a:xfrm>
              <a:off x="3693869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528" name="TextBox 527"/>
            <p:cNvSpPr txBox="1"/>
            <p:nvPr/>
          </p:nvSpPr>
          <p:spPr>
            <a:xfrm>
              <a:off x="4895334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29" name="TextBox 19"/>
            <p:cNvSpPr txBox="1"/>
            <p:nvPr/>
          </p:nvSpPr>
          <p:spPr>
            <a:xfrm>
              <a:off x="4031238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530" name="직선 연결선 529"/>
            <p:cNvCxnSpPr/>
            <p:nvPr/>
          </p:nvCxnSpPr>
          <p:spPr>
            <a:xfrm>
              <a:off x="3763314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1" name="TextBox 530"/>
            <p:cNvSpPr txBox="1"/>
            <p:nvPr/>
          </p:nvSpPr>
          <p:spPr>
            <a:xfrm>
              <a:off x="4895334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32" name="TextBox 19"/>
            <p:cNvSpPr txBox="1"/>
            <p:nvPr/>
          </p:nvSpPr>
          <p:spPr>
            <a:xfrm>
              <a:off x="4190234" y="45764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/>
                <a:t>6</a:t>
              </a:r>
              <a:endParaRPr lang="ko-KR" altLang="en-US" sz="1200" baseline="-25000" dirty="0"/>
            </a:p>
          </p:txBody>
        </p:sp>
        <p:cxnSp>
          <p:nvCxnSpPr>
            <p:cNvPr id="533" name="직선 연결선 532"/>
            <p:cNvCxnSpPr/>
            <p:nvPr/>
          </p:nvCxnSpPr>
          <p:spPr>
            <a:xfrm>
              <a:off x="4915442" y="461435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4" name="TextBox 533"/>
            <p:cNvSpPr txBox="1"/>
            <p:nvPr/>
          </p:nvSpPr>
          <p:spPr>
            <a:xfrm>
              <a:off x="3693869" y="457645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/>
                <a:t>6</a:t>
              </a:r>
              <a:endParaRPr lang="ko-KR" altLang="en-US" sz="1200" baseline="-25000" dirty="0"/>
            </a:p>
          </p:txBody>
        </p:sp>
        <p:sp>
          <p:nvSpPr>
            <p:cNvPr id="535" name="TextBox 534"/>
            <p:cNvSpPr txBox="1"/>
            <p:nvPr/>
          </p:nvSpPr>
          <p:spPr>
            <a:xfrm>
              <a:off x="4895334" y="455451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36" name="TextBox 19"/>
            <p:cNvSpPr txBox="1"/>
            <p:nvPr/>
          </p:nvSpPr>
          <p:spPr>
            <a:xfrm>
              <a:off x="4031238" y="433735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6</a:t>
              </a:r>
              <a:endParaRPr lang="ko-KR" altLang="en-US" sz="1200" baseline="-25000" dirty="0"/>
            </a:p>
          </p:txBody>
        </p:sp>
        <p:cxnSp>
          <p:nvCxnSpPr>
            <p:cNvPr id="537" name="직선 연결선 536"/>
            <p:cNvCxnSpPr/>
            <p:nvPr/>
          </p:nvCxnSpPr>
          <p:spPr>
            <a:xfrm>
              <a:off x="3763314" y="43752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8" name="TextBox 537"/>
            <p:cNvSpPr txBox="1"/>
            <p:nvPr/>
          </p:nvSpPr>
          <p:spPr>
            <a:xfrm>
              <a:off x="4895334" y="43297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539" name="그룹 538"/>
          <p:cNvGrpSpPr/>
          <p:nvPr/>
        </p:nvGrpSpPr>
        <p:grpSpPr>
          <a:xfrm>
            <a:off x="1907704" y="3648287"/>
            <a:ext cx="1705521" cy="2304256"/>
            <a:chOff x="5530775" y="3648287"/>
            <a:chExt cx="1705521" cy="2304256"/>
          </a:xfrm>
        </p:grpSpPr>
        <p:cxnSp>
          <p:nvCxnSpPr>
            <p:cNvPr id="540" name="직선 연결선 539"/>
            <p:cNvCxnSpPr/>
            <p:nvPr/>
          </p:nvCxnSpPr>
          <p:spPr>
            <a:xfrm>
              <a:off x="6752348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직선 연결선 540"/>
            <p:cNvCxnSpPr/>
            <p:nvPr/>
          </p:nvCxnSpPr>
          <p:spPr>
            <a:xfrm>
              <a:off x="712526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직선 연결선 541"/>
            <p:cNvCxnSpPr/>
            <p:nvPr/>
          </p:nvCxnSpPr>
          <p:spPr>
            <a:xfrm>
              <a:off x="5600220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3" name="TextBox 19"/>
            <p:cNvSpPr txBox="1"/>
            <p:nvPr/>
          </p:nvSpPr>
          <p:spPr>
            <a:xfrm>
              <a:off x="6027140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544" name="직선 연결선 543"/>
            <p:cNvCxnSpPr/>
            <p:nvPr/>
          </p:nvCxnSpPr>
          <p:spPr>
            <a:xfrm>
              <a:off x="6752348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5" name="TextBox 544"/>
            <p:cNvSpPr txBox="1"/>
            <p:nvPr/>
          </p:nvSpPr>
          <p:spPr>
            <a:xfrm>
              <a:off x="5530775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546" name="TextBox 545"/>
            <p:cNvSpPr txBox="1"/>
            <p:nvPr/>
          </p:nvSpPr>
          <p:spPr>
            <a:xfrm>
              <a:off x="6732240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47" name="TextBox 19"/>
            <p:cNvSpPr txBox="1"/>
            <p:nvPr/>
          </p:nvSpPr>
          <p:spPr>
            <a:xfrm>
              <a:off x="5868144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548" name="직선 연결선 547"/>
            <p:cNvCxnSpPr/>
            <p:nvPr/>
          </p:nvCxnSpPr>
          <p:spPr>
            <a:xfrm>
              <a:off x="5600220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9" name="TextBox 548"/>
            <p:cNvSpPr txBox="1"/>
            <p:nvPr/>
          </p:nvSpPr>
          <p:spPr>
            <a:xfrm>
              <a:off x="6732240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50" name="TextBox 19"/>
            <p:cNvSpPr txBox="1"/>
            <p:nvPr/>
          </p:nvSpPr>
          <p:spPr>
            <a:xfrm>
              <a:off x="6027140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551" name="직선 연결선 550"/>
            <p:cNvCxnSpPr/>
            <p:nvPr/>
          </p:nvCxnSpPr>
          <p:spPr>
            <a:xfrm>
              <a:off x="6752348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2" name="TextBox 551"/>
            <p:cNvSpPr txBox="1"/>
            <p:nvPr/>
          </p:nvSpPr>
          <p:spPr>
            <a:xfrm>
              <a:off x="5530775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553" name="TextBox 552"/>
            <p:cNvSpPr txBox="1"/>
            <p:nvPr/>
          </p:nvSpPr>
          <p:spPr>
            <a:xfrm>
              <a:off x="6732240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54" name="TextBox 19"/>
            <p:cNvSpPr txBox="1"/>
            <p:nvPr/>
          </p:nvSpPr>
          <p:spPr>
            <a:xfrm>
              <a:off x="5868144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555" name="직선 연결선 554"/>
            <p:cNvCxnSpPr/>
            <p:nvPr/>
          </p:nvCxnSpPr>
          <p:spPr>
            <a:xfrm>
              <a:off x="5600220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6" name="TextBox 555"/>
            <p:cNvSpPr txBox="1"/>
            <p:nvPr/>
          </p:nvSpPr>
          <p:spPr>
            <a:xfrm>
              <a:off x="6732240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57" name="TextBox 19"/>
            <p:cNvSpPr txBox="1"/>
            <p:nvPr/>
          </p:nvSpPr>
          <p:spPr>
            <a:xfrm>
              <a:off x="6027140" y="45764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/>
                <a:t>6</a:t>
              </a:r>
              <a:endParaRPr lang="ko-KR" altLang="en-US" sz="1200" baseline="-25000" dirty="0"/>
            </a:p>
          </p:txBody>
        </p:sp>
        <p:cxnSp>
          <p:nvCxnSpPr>
            <p:cNvPr id="558" name="직선 연결선 557"/>
            <p:cNvCxnSpPr/>
            <p:nvPr/>
          </p:nvCxnSpPr>
          <p:spPr>
            <a:xfrm>
              <a:off x="6752348" y="461435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9" name="TextBox 558"/>
            <p:cNvSpPr txBox="1"/>
            <p:nvPr/>
          </p:nvSpPr>
          <p:spPr>
            <a:xfrm>
              <a:off x="5530775" y="457645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6</a:t>
              </a:r>
              <a:endParaRPr lang="ko-KR" altLang="en-US" sz="1200" baseline="-25000" dirty="0"/>
            </a:p>
          </p:txBody>
        </p:sp>
        <p:sp>
          <p:nvSpPr>
            <p:cNvPr id="560" name="TextBox 559"/>
            <p:cNvSpPr txBox="1"/>
            <p:nvPr/>
          </p:nvSpPr>
          <p:spPr>
            <a:xfrm>
              <a:off x="6732240" y="455451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61" name="TextBox 19"/>
            <p:cNvSpPr txBox="1"/>
            <p:nvPr/>
          </p:nvSpPr>
          <p:spPr>
            <a:xfrm>
              <a:off x="5868144" y="433735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6</a:t>
              </a:r>
              <a:endParaRPr lang="ko-KR" altLang="en-US" sz="1200" baseline="-25000" dirty="0"/>
            </a:p>
          </p:txBody>
        </p:sp>
        <p:cxnSp>
          <p:nvCxnSpPr>
            <p:cNvPr id="562" name="직선 연결선 561"/>
            <p:cNvCxnSpPr/>
            <p:nvPr/>
          </p:nvCxnSpPr>
          <p:spPr>
            <a:xfrm>
              <a:off x="5600220" y="43752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3" name="TextBox 562"/>
            <p:cNvSpPr txBox="1"/>
            <p:nvPr/>
          </p:nvSpPr>
          <p:spPr>
            <a:xfrm>
              <a:off x="6732240" y="43297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64" name="TextBox 19"/>
            <p:cNvSpPr txBox="1"/>
            <p:nvPr/>
          </p:nvSpPr>
          <p:spPr>
            <a:xfrm>
              <a:off x="6027140" y="4110813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/>
                <a:t>8</a:t>
              </a:r>
              <a:endParaRPr lang="ko-KR" altLang="en-US" sz="1200" baseline="-25000" dirty="0"/>
            </a:p>
          </p:txBody>
        </p:sp>
        <p:cxnSp>
          <p:nvCxnSpPr>
            <p:cNvPr id="565" name="직선 연결선 564"/>
            <p:cNvCxnSpPr/>
            <p:nvPr/>
          </p:nvCxnSpPr>
          <p:spPr>
            <a:xfrm>
              <a:off x="6752348" y="4148705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6" name="TextBox 565"/>
            <p:cNvSpPr txBox="1"/>
            <p:nvPr/>
          </p:nvSpPr>
          <p:spPr>
            <a:xfrm>
              <a:off x="5530775" y="4110814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/>
                <a:t>8</a:t>
              </a:r>
              <a:endParaRPr lang="ko-KR" altLang="en-US" sz="1200" baseline="-25000" dirty="0"/>
            </a:p>
          </p:txBody>
        </p:sp>
        <p:sp>
          <p:nvSpPr>
            <p:cNvPr id="567" name="TextBox 566"/>
            <p:cNvSpPr txBox="1"/>
            <p:nvPr/>
          </p:nvSpPr>
          <p:spPr>
            <a:xfrm>
              <a:off x="6703953" y="4110510"/>
              <a:ext cx="4568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0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568" name="TextBox 19"/>
            <p:cNvSpPr txBox="1"/>
            <p:nvPr/>
          </p:nvSpPr>
          <p:spPr>
            <a:xfrm>
              <a:off x="5868144" y="3871706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/>
                <a:t>8</a:t>
              </a:r>
              <a:endParaRPr lang="ko-KR" altLang="en-US" sz="1200" baseline="-25000" dirty="0"/>
            </a:p>
          </p:txBody>
        </p:sp>
        <p:cxnSp>
          <p:nvCxnSpPr>
            <p:cNvPr id="569" name="직선 연결선 568"/>
            <p:cNvCxnSpPr/>
            <p:nvPr/>
          </p:nvCxnSpPr>
          <p:spPr>
            <a:xfrm>
              <a:off x="5600220" y="390959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6" name="TextBox 185"/>
          <p:cNvSpPr txBox="1"/>
          <p:nvPr/>
        </p:nvSpPr>
        <p:spPr>
          <a:xfrm>
            <a:off x="7514362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5048273" y="2761183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8107015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89" name="그룹 188"/>
          <p:cNvGrpSpPr/>
          <p:nvPr/>
        </p:nvGrpSpPr>
        <p:grpSpPr>
          <a:xfrm>
            <a:off x="3727582" y="3648287"/>
            <a:ext cx="1705521" cy="2304256"/>
            <a:chOff x="3693869" y="3648287"/>
            <a:chExt cx="1705521" cy="2304256"/>
          </a:xfrm>
        </p:grpSpPr>
        <p:cxnSp>
          <p:nvCxnSpPr>
            <p:cNvPr id="190" name="직선 연결선 189"/>
            <p:cNvCxnSpPr/>
            <p:nvPr/>
          </p:nvCxnSpPr>
          <p:spPr>
            <a:xfrm>
              <a:off x="4915442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직선 연결선 190"/>
            <p:cNvCxnSpPr/>
            <p:nvPr/>
          </p:nvCxnSpPr>
          <p:spPr>
            <a:xfrm>
              <a:off x="5288361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직선 연결선 191"/>
            <p:cNvCxnSpPr/>
            <p:nvPr/>
          </p:nvCxnSpPr>
          <p:spPr>
            <a:xfrm>
              <a:off x="3763314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TextBox 19"/>
            <p:cNvSpPr txBox="1"/>
            <p:nvPr/>
          </p:nvSpPr>
          <p:spPr>
            <a:xfrm>
              <a:off x="4190234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194" name="직선 연결선 193"/>
            <p:cNvCxnSpPr/>
            <p:nvPr/>
          </p:nvCxnSpPr>
          <p:spPr>
            <a:xfrm>
              <a:off x="4915442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TextBox 194"/>
            <p:cNvSpPr txBox="1"/>
            <p:nvPr/>
          </p:nvSpPr>
          <p:spPr>
            <a:xfrm>
              <a:off x="3693869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4895334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97" name="TextBox 19"/>
            <p:cNvSpPr txBox="1"/>
            <p:nvPr/>
          </p:nvSpPr>
          <p:spPr>
            <a:xfrm>
              <a:off x="4031238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198" name="직선 연결선 197"/>
            <p:cNvCxnSpPr/>
            <p:nvPr/>
          </p:nvCxnSpPr>
          <p:spPr>
            <a:xfrm>
              <a:off x="3763314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TextBox 198"/>
            <p:cNvSpPr txBox="1"/>
            <p:nvPr/>
          </p:nvSpPr>
          <p:spPr>
            <a:xfrm>
              <a:off x="4895334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00" name="TextBox 19"/>
            <p:cNvSpPr txBox="1"/>
            <p:nvPr/>
          </p:nvSpPr>
          <p:spPr>
            <a:xfrm>
              <a:off x="4190234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01" name="직선 연결선 200"/>
            <p:cNvCxnSpPr/>
            <p:nvPr/>
          </p:nvCxnSpPr>
          <p:spPr>
            <a:xfrm>
              <a:off x="4915442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TextBox 201"/>
            <p:cNvSpPr txBox="1"/>
            <p:nvPr/>
          </p:nvSpPr>
          <p:spPr>
            <a:xfrm>
              <a:off x="3693869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4895334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04" name="TextBox 19"/>
            <p:cNvSpPr txBox="1"/>
            <p:nvPr/>
          </p:nvSpPr>
          <p:spPr>
            <a:xfrm>
              <a:off x="4031238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05" name="직선 연결선 204"/>
            <p:cNvCxnSpPr/>
            <p:nvPr/>
          </p:nvCxnSpPr>
          <p:spPr>
            <a:xfrm>
              <a:off x="3763314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TextBox 205"/>
            <p:cNvSpPr txBox="1"/>
            <p:nvPr/>
          </p:nvSpPr>
          <p:spPr>
            <a:xfrm>
              <a:off x="4895334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07" name="TextBox 19"/>
            <p:cNvSpPr txBox="1"/>
            <p:nvPr/>
          </p:nvSpPr>
          <p:spPr>
            <a:xfrm>
              <a:off x="4190234" y="45764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/>
                <a:t>6</a:t>
              </a:r>
              <a:endParaRPr lang="ko-KR" altLang="en-US" sz="1200" baseline="-25000" dirty="0"/>
            </a:p>
          </p:txBody>
        </p:sp>
        <p:cxnSp>
          <p:nvCxnSpPr>
            <p:cNvPr id="208" name="직선 연결선 207"/>
            <p:cNvCxnSpPr/>
            <p:nvPr/>
          </p:nvCxnSpPr>
          <p:spPr>
            <a:xfrm>
              <a:off x="4915442" y="461435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TextBox 208"/>
            <p:cNvSpPr txBox="1"/>
            <p:nvPr/>
          </p:nvSpPr>
          <p:spPr>
            <a:xfrm>
              <a:off x="3693869" y="457645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/>
                <a:t>6</a:t>
              </a:r>
              <a:endParaRPr lang="ko-KR" altLang="en-US" sz="1200" baseline="-25000" dirty="0"/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4895334" y="455451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11" name="TextBox 19"/>
            <p:cNvSpPr txBox="1"/>
            <p:nvPr/>
          </p:nvSpPr>
          <p:spPr>
            <a:xfrm>
              <a:off x="4031238" y="433735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6</a:t>
              </a:r>
              <a:endParaRPr lang="ko-KR" altLang="en-US" sz="1200" baseline="-25000" dirty="0"/>
            </a:p>
          </p:txBody>
        </p:sp>
        <p:cxnSp>
          <p:nvCxnSpPr>
            <p:cNvPr id="212" name="직선 연결선 211"/>
            <p:cNvCxnSpPr/>
            <p:nvPr/>
          </p:nvCxnSpPr>
          <p:spPr>
            <a:xfrm>
              <a:off x="3763314" y="43752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TextBox 212"/>
            <p:cNvSpPr txBox="1"/>
            <p:nvPr/>
          </p:nvSpPr>
          <p:spPr>
            <a:xfrm>
              <a:off x="4895334" y="43297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sp>
        <p:nvSpPr>
          <p:cNvPr id="214" name="TextBox 213"/>
          <p:cNvSpPr txBox="1"/>
          <p:nvPr/>
        </p:nvSpPr>
        <p:spPr>
          <a:xfrm>
            <a:off x="7752130" y="2576305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E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5" name="직선 연결선 214"/>
          <p:cNvCxnSpPr/>
          <p:nvPr/>
        </p:nvCxnSpPr>
        <p:spPr>
          <a:xfrm flipH="1" flipV="1">
            <a:off x="7645763" y="2268873"/>
            <a:ext cx="175163" cy="33133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6" name="그룹 215"/>
          <p:cNvGrpSpPr/>
          <p:nvPr/>
        </p:nvGrpSpPr>
        <p:grpSpPr>
          <a:xfrm>
            <a:off x="5530775" y="3645024"/>
            <a:ext cx="1705521" cy="2304256"/>
            <a:chOff x="1907704" y="3648287"/>
            <a:chExt cx="1705521" cy="2304256"/>
          </a:xfrm>
        </p:grpSpPr>
        <p:cxnSp>
          <p:nvCxnSpPr>
            <p:cNvPr id="217" name="직선 연결선 216"/>
            <p:cNvCxnSpPr/>
            <p:nvPr/>
          </p:nvCxnSpPr>
          <p:spPr>
            <a:xfrm>
              <a:off x="312927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직선 연결선 217"/>
            <p:cNvCxnSpPr/>
            <p:nvPr/>
          </p:nvCxnSpPr>
          <p:spPr>
            <a:xfrm>
              <a:off x="3502196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연결선 218"/>
            <p:cNvCxnSpPr/>
            <p:nvPr/>
          </p:nvCxnSpPr>
          <p:spPr>
            <a:xfrm>
              <a:off x="1977149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Box 19"/>
            <p:cNvSpPr txBox="1"/>
            <p:nvPr/>
          </p:nvSpPr>
          <p:spPr>
            <a:xfrm>
              <a:off x="2404069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21" name="직선 연결선 220"/>
            <p:cNvCxnSpPr/>
            <p:nvPr/>
          </p:nvCxnSpPr>
          <p:spPr>
            <a:xfrm>
              <a:off x="3129277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TextBox 221"/>
            <p:cNvSpPr txBox="1"/>
            <p:nvPr/>
          </p:nvSpPr>
          <p:spPr>
            <a:xfrm>
              <a:off x="1907704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3109169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24" name="TextBox 19"/>
            <p:cNvSpPr txBox="1"/>
            <p:nvPr/>
          </p:nvSpPr>
          <p:spPr>
            <a:xfrm>
              <a:off x="2245073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25" name="직선 연결선 224"/>
            <p:cNvCxnSpPr/>
            <p:nvPr/>
          </p:nvCxnSpPr>
          <p:spPr>
            <a:xfrm>
              <a:off x="1977149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TextBox 225"/>
            <p:cNvSpPr txBox="1"/>
            <p:nvPr/>
          </p:nvSpPr>
          <p:spPr>
            <a:xfrm>
              <a:off x="3109169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27" name="TextBox 19"/>
            <p:cNvSpPr txBox="1"/>
            <p:nvPr/>
          </p:nvSpPr>
          <p:spPr>
            <a:xfrm>
              <a:off x="2404069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28" name="직선 연결선 227"/>
            <p:cNvCxnSpPr/>
            <p:nvPr/>
          </p:nvCxnSpPr>
          <p:spPr>
            <a:xfrm>
              <a:off x="3129277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TextBox 228"/>
            <p:cNvSpPr txBox="1"/>
            <p:nvPr/>
          </p:nvSpPr>
          <p:spPr>
            <a:xfrm>
              <a:off x="1907704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3109169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31" name="TextBox 19"/>
            <p:cNvSpPr txBox="1"/>
            <p:nvPr/>
          </p:nvSpPr>
          <p:spPr>
            <a:xfrm>
              <a:off x="2245073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32" name="직선 연결선 231"/>
            <p:cNvCxnSpPr/>
            <p:nvPr/>
          </p:nvCxnSpPr>
          <p:spPr>
            <a:xfrm>
              <a:off x="1977149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3109169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sp>
        <p:nvSpPr>
          <p:cNvPr id="234" name="TextBox 233"/>
          <p:cNvSpPr txBox="1"/>
          <p:nvPr/>
        </p:nvSpPr>
        <p:spPr>
          <a:xfrm>
            <a:off x="7177400" y="2081882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B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7198586" y="3645024"/>
            <a:ext cx="1705521" cy="2304256"/>
            <a:chOff x="7198586" y="3645024"/>
            <a:chExt cx="1705521" cy="2304256"/>
          </a:xfrm>
        </p:grpSpPr>
        <p:cxnSp>
          <p:nvCxnSpPr>
            <p:cNvPr id="236" name="직선 연결선 235"/>
            <p:cNvCxnSpPr/>
            <p:nvPr/>
          </p:nvCxnSpPr>
          <p:spPr>
            <a:xfrm>
              <a:off x="8420159" y="3645024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/>
            <p:cNvCxnSpPr/>
            <p:nvPr/>
          </p:nvCxnSpPr>
          <p:spPr>
            <a:xfrm>
              <a:off x="8793078" y="3645024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직선 연결선 237"/>
            <p:cNvCxnSpPr/>
            <p:nvPr/>
          </p:nvCxnSpPr>
          <p:spPr>
            <a:xfrm>
              <a:off x="7268031" y="573325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TextBox 19"/>
            <p:cNvSpPr txBox="1"/>
            <p:nvPr/>
          </p:nvSpPr>
          <p:spPr>
            <a:xfrm>
              <a:off x="7694951" y="5463902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40" name="직선 연결선 239"/>
            <p:cNvCxnSpPr/>
            <p:nvPr/>
          </p:nvCxnSpPr>
          <p:spPr>
            <a:xfrm>
              <a:off x="8420159" y="5501794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TextBox 240"/>
            <p:cNvSpPr txBox="1"/>
            <p:nvPr/>
          </p:nvSpPr>
          <p:spPr>
            <a:xfrm>
              <a:off x="7198586" y="5463903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8400051" y="544196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43" name="TextBox 19"/>
            <p:cNvSpPr txBox="1"/>
            <p:nvPr/>
          </p:nvSpPr>
          <p:spPr>
            <a:xfrm>
              <a:off x="7535955" y="5224795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44" name="직선 연결선 243"/>
            <p:cNvCxnSpPr/>
            <p:nvPr/>
          </p:nvCxnSpPr>
          <p:spPr>
            <a:xfrm>
              <a:off x="7268031" y="526268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TextBox 244"/>
            <p:cNvSpPr txBox="1"/>
            <p:nvPr/>
          </p:nvSpPr>
          <p:spPr>
            <a:xfrm>
              <a:off x="8400051" y="521715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cxnSp>
        <p:nvCxnSpPr>
          <p:cNvPr id="253" name="직선 연결선 252"/>
          <p:cNvCxnSpPr/>
          <p:nvPr/>
        </p:nvCxnSpPr>
        <p:spPr>
          <a:xfrm flipV="1">
            <a:off x="7369100" y="1758184"/>
            <a:ext cx="297378" cy="352047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  <p:bldP spid="188" grpId="0"/>
      <p:bldP spid="214" grpId="0"/>
      <p:bldP spid="2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" y="373351"/>
            <a:ext cx="4804824" cy="2191553"/>
          </a:xfrm>
          <a:prstGeom prst="rect">
            <a:avLst/>
          </a:prstGeom>
        </p:spPr>
      </p:pic>
      <p:graphicFrame>
        <p:nvGraphicFramePr>
          <p:cNvPr id="154" name="표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604821"/>
              </p:ext>
            </p:extLst>
          </p:nvPr>
        </p:nvGraphicFramePr>
        <p:xfrm>
          <a:off x="4748721" y="1635073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55" name="TextBox 154"/>
          <p:cNvSpPr txBox="1"/>
          <p:nvPr/>
        </p:nvSpPr>
        <p:spPr>
          <a:xfrm>
            <a:off x="4929887" y="1543320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6" name="표 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833938"/>
              </p:ext>
            </p:extLst>
          </p:nvPr>
        </p:nvGraphicFramePr>
        <p:xfrm>
          <a:off x="4199124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57" name="TextBox 156"/>
          <p:cNvSpPr txBox="1"/>
          <p:nvPr/>
        </p:nvSpPr>
        <p:spPr>
          <a:xfrm>
            <a:off x="4397543" y="2081882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B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8" name="표 1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811913"/>
              </p:ext>
            </p:extLst>
          </p:nvPr>
        </p:nvGraphicFramePr>
        <p:xfrm>
          <a:off x="5343583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60" name="TextBox 159"/>
          <p:cNvSpPr txBox="1"/>
          <p:nvPr/>
        </p:nvSpPr>
        <p:spPr>
          <a:xfrm>
            <a:off x="5524749" y="2081882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C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61" name="표 1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179139"/>
              </p:ext>
            </p:extLst>
          </p:nvPr>
        </p:nvGraphicFramePr>
        <p:xfrm>
          <a:off x="3769639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62" name="TextBox 161"/>
          <p:cNvSpPr txBox="1"/>
          <p:nvPr/>
        </p:nvSpPr>
        <p:spPr>
          <a:xfrm>
            <a:off x="3968674" y="2576305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D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63" name="표 1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753387"/>
              </p:ext>
            </p:extLst>
          </p:nvPr>
        </p:nvGraphicFramePr>
        <p:xfrm>
          <a:off x="4777751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64" name="TextBox 163"/>
          <p:cNvSpPr txBox="1"/>
          <p:nvPr/>
        </p:nvSpPr>
        <p:spPr>
          <a:xfrm>
            <a:off x="4974706" y="2574537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E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0" name="직선 연결선 169"/>
          <p:cNvCxnSpPr/>
          <p:nvPr/>
        </p:nvCxnSpPr>
        <p:spPr>
          <a:xfrm flipV="1">
            <a:off x="4607960" y="1758184"/>
            <a:ext cx="297378" cy="352047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/>
          <p:cNvCxnSpPr/>
          <p:nvPr/>
        </p:nvCxnSpPr>
        <p:spPr>
          <a:xfrm flipH="1" flipV="1">
            <a:off x="5434113" y="1758184"/>
            <a:ext cx="252219" cy="28919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/>
          <p:cNvCxnSpPr>
            <a:stCxn id="162" idx="0"/>
          </p:cNvCxnSpPr>
          <p:nvPr/>
        </p:nvCxnSpPr>
        <p:spPr>
          <a:xfrm flipV="1">
            <a:off x="4175522" y="2287113"/>
            <a:ext cx="199228" cy="28919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/>
          <p:cNvCxnSpPr/>
          <p:nvPr/>
        </p:nvCxnSpPr>
        <p:spPr>
          <a:xfrm flipH="1" flipV="1">
            <a:off x="4884623" y="2268873"/>
            <a:ext cx="175163" cy="33133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3755030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4272244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4789342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5298771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5353815" y="2067121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5872434" y="2067121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80" name="그룹 179"/>
          <p:cNvGrpSpPr/>
          <p:nvPr/>
        </p:nvGrpSpPr>
        <p:grpSpPr>
          <a:xfrm>
            <a:off x="4993774" y="1035904"/>
            <a:ext cx="878659" cy="545582"/>
            <a:chOff x="4993774" y="1035904"/>
            <a:chExt cx="878659" cy="545582"/>
          </a:xfrm>
        </p:grpSpPr>
        <p:cxnSp>
          <p:nvCxnSpPr>
            <p:cNvPr id="181" name="직선 연결선 180"/>
            <p:cNvCxnSpPr/>
            <p:nvPr/>
          </p:nvCxnSpPr>
          <p:spPr>
            <a:xfrm flipV="1">
              <a:off x="5136702" y="1308189"/>
              <a:ext cx="217113" cy="273297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/>
            <p:cNvSpPr txBox="1"/>
            <p:nvPr/>
          </p:nvSpPr>
          <p:spPr>
            <a:xfrm>
              <a:off x="4993774" y="1035904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83" name="그룹 182"/>
          <p:cNvGrpSpPr/>
          <p:nvPr/>
        </p:nvGrpSpPr>
        <p:grpSpPr>
          <a:xfrm>
            <a:off x="3899092" y="1586778"/>
            <a:ext cx="878659" cy="562803"/>
            <a:chOff x="3899092" y="1586778"/>
            <a:chExt cx="878659" cy="562803"/>
          </a:xfrm>
        </p:grpSpPr>
        <p:sp>
          <p:nvSpPr>
            <p:cNvPr id="184" name="TextBox 183"/>
            <p:cNvSpPr txBox="1"/>
            <p:nvPr/>
          </p:nvSpPr>
          <p:spPr>
            <a:xfrm>
              <a:off x="3899092" y="1586778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85" name="직선 연결선 184"/>
            <p:cNvCxnSpPr/>
            <p:nvPr/>
          </p:nvCxnSpPr>
          <p:spPr>
            <a:xfrm flipH="1" flipV="1">
              <a:off x="4430973" y="1877168"/>
              <a:ext cx="84731" cy="272413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7" name="그룹 256"/>
          <p:cNvGrpSpPr/>
          <p:nvPr/>
        </p:nvGrpSpPr>
        <p:grpSpPr>
          <a:xfrm>
            <a:off x="3323028" y="2122164"/>
            <a:ext cx="878659" cy="510615"/>
            <a:chOff x="3323028" y="2122164"/>
            <a:chExt cx="878659" cy="510615"/>
          </a:xfrm>
        </p:grpSpPr>
        <p:sp>
          <p:nvSpPr>
            <p:cNvPr id="282" name="TextBox 281"/>
            <p:cNvSpPr txBox="1"/>
            <p:nvPr/>
          </p:nvSpPr>
          <p:spPr>
            <a:xfrm>
              <a:off x="3323028" y="2122164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83" name="직선 연결선 282"/>
            <p:cNvCxnSpPr/>
            <p:nvPr/>
          </p:nvCxnSpPr>
          <p:spPr>
            <a:xfrm flipH="1" flipV="1">
              <a:off x="3940823" y="2360366"/>
              <a:ext cx="84731" cy="272413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4" name="TextBox 283"/>
          <p:cNvSpPr txBox="1"/>
          <p:nvPr/>
        </p:nvSpPr>
        <p:spPr>
          <a:xfrm>
            <a:off x="3417879" y="2753979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4042241" y="2761183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89" name="그룹 288"/>
          <p:cNvGrpSpPr/>
          <p:nvPr/>
        </p:nvGrpSpPr>
        <p:grpSpPr>
          <a:xfrm>
            <a:off x="5226780" y="2371316"/>
            <a:ext cx="890634" cy="307777"/>
            <a:chOff x="5226780" y="2371316"/>
            <a:chExt cx="890634" cy="307777"/>
          </a:xfrm>
        </p:grpSpPr>
        <p:sp>
          <p:nvSpPr>
            <p:cNvPr id="290" name="TextBox 289"/>
            <p:cNvSpPr txBox="1"/>
            <p:nvPr/>
          </p:nvSpPr>
          <p:spPr>
            <a:xfrm>
              <a:off x="5238755" y="2371316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91" name="직선 연결선 290"/>
            <p:cNvCxnSpPr/>
            <p:nvPr/>
          </p:nvCxnSpPr>
          <p:spPr>
            <a:xfrm flipV="1">
              <a:off x="5226780" y="2531857"/>
              <a:ext cx="291136" cy="99768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2" name="TextBox 291"/>
          <p:cNvSpPr txBox="1"/>
          <p:nvPr/>
        </p:nvSpPr>
        <p:spPr>
          <a:xfrm>
            <a:off x="4479092" y="2753979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96" name="표 2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724473"/>
              </p:ext>
            </p:extLst>
          </p:nvPr>
        </p:nvGraphicFramePr>
        <p:xfrm>
          <a:off x="7509861" y="1635073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98" name="표 2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724003"/>
              </p:ext>
            </p:extLst>
          </p:nvPr>
        </p:nvGraphicFramePr>
        <p:xfrm>
          <a:off x="6960264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02" name="표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969375"/>
              </p:ext>
            </p:extLst>
          </p:nvPr>
        </p:nvGraphicFramePr>
        <p:xfrm>
          <a:off x="6530779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03" name="TextBox 302"/>
          <p:cNvSpPr txBox="1"/>
          <p:nvPr/>
        </p:nvSpPr>
        <p:spPr>
          <a:xfrm>
            <a:off x="6729814" y="2576305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D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04" name="표 3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567181"/>
              </p:ext>
            </p:extLst>
          </p:nvPr>
        </p:nvGraphicFramePr>
        <p:xfrm>
          <a:off x="7538891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308" name="직선 연결선 307"/>
          <p:cNvCxnSpPr>
            <a:stCxn id="303" idx="0"/>
          </p:cNvCxnSpPr>
          <p:nvPr/>
        </p:nvCxnSpPr>
        <p:spPr>
          <a:xfrm flipV="1">
            <a:off x="6936662" y="2268873"/>
            <a:ext cx="206848" cy="30743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TextBox 309"/>
          <p:cNvSpPr txBox="1"/>
          <p:nvPr/>
        </p:nvSpPr>
        <p:spPr>
          <a:xfrm>
            <a:off x="6516170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1" name="TextBox 310"/>
          <p:cNvSpPr txBox="1"/>
          <p:nvPr/>
        </p:nvSpPr>
        <p:spPr>
          <a:xfrm>
            <a:off x="7033384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6" name="직선 연결선 315"/>
          <p:cNvCxnSpPr/>
          <p:nvPr/>
        </p:nvCxnSpPr>
        <p:spPr>
          <a:xfrm flipV="1">
            <a:off x="7897842" y="1308189"/>
            <a:ext cx="217113" cy="273297"/>
          </a:xfrm>
          <a:prstGeom prst="line">
            <a:avLst/>
          </a:prstGeom>
          <a:ln>
            <a:solidFill>
              <a:srgbClr val="0066FF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TextBox 316"/>
          <p:cNvSpPr txBox="1"/>
          <p:nvPr/>
        </p:nvSpPr>
        <p:spPr>
          <a:xfrm>
            <a:off x="7754914" y="1035904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temp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6660232" y="1586778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temp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9" name="직선 연결선 318"/>
          <p:cNvCxnSpPr/>
          <p:nvPr/>
        </p:nvCxnSpPr>
        <p:spPr>
          <a:xfrm flipH="1" flipV="1">
            <a:off x="7192113" y="1877168"/>
            <a:ext cx="84731" cy="272413"/>
          </a:xfrm>
          <a:prstGeom prst="line">
            <a:avLst/>
          </a:prstGeom>
          <a:ln>
            <a:solidFill>
              <a:srgbClr val="0066FF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TextBox 319"/>
          <p:cNvSpPr txBox="1"/>
          <p:nvPr/>
        </p:nvSpPr>
        <p:spPr>
          <a:xfrm>
            <a:off x="6084168" y="2122164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temp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21" name="직선 연결선 320"/>
          <p:cNvCxnSpPr/>
          <p:nvPr/>
        </p:nvCxnSpPr>
        <p:spPr>
          <a:xfrm flipH="1" flipV="1">
            <a:off x="6701963" y="2360366"/>
            <a:ext cx="84731" cy="272413"/>
          </a:xfrm>
          <a:prstGeom prst="line">
            <a:avLst/>
          </a:prstGeom>
          <a:ln>
            <a:solidFill>
              <a:srgbClr val="0066FF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5" name="그룹 324"/>
          <p:cNvGrpSpPr/>
          <p:nvPr/>
        </p:nvGrpSpPr>
        <p:grpSpPr>
          <a:xfrm>
            <a:off x="7987920" y="2371316"/>
            <a:ext cx="890634" cy="307777"/>
            <a:chOff x="7987920" y="2371316"/>
            <a:chExt cx="890634" cy="307777"/>
          </a:xfrm>
        </p:grpSpPr>
        <p:sp>
          <p:nvSpPr>
            <p:cNvPr id="326" name="TextBox 325"/>
            <p:cNvSpPr txBox="1"/>
            <p:nvPr/>
          </p:nvSpPr>
          <p:spPr>
            <a:xfrm>
              <a:off x="7999895" y="2371316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temp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27" name="직선 연결선 326"/>
            <p:cNvCxnSpPr/>
            <p:nvPr/>
          </p:nvCxnSpPr>
          <p:spPr>
            <a:xfrm flipV="1">
              <a:off x="7987920" y="2531857"/>
              <a:ext cx="291136" cy="99768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6" name="TextBox 185"/>
          <p:cNvSpPr txBox="1"/>
          <p:nvPr/>
        </p:nvSpPr>
        <p:spPr>
          <a:xfrm>
            <a:off x="7514362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5048273" y="2761183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8107015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7752130" y="2576305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E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5" name="직선 연결선 214"/>
          <p:cNvCxnSpPr/>
          <p:nvPr/>
        </p:nvCxnSpPr>
        <p:spPr>
          <a:xfrm flipH="1" flipV="1">
            <a:off x="7645763" y="2268873"/>
            <a:ext cx="175163" cy="33133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6" name="그룹 215"/>
          <p:cNvGrpSpPr/>
          <p:nvPr/>
        </p:nvGrpSpPr>
        <p:grpSpPr>
          <a:xfrm>
            <a:off x="130175" y="3645024"/>
            <a:ext cx="1705521" cy="2304256"/>
            <a:chOff x="1907704" y="3648287"/>
            <a:chExt cx="1705521" cy="2304256"/>
          </a:xfrm>
        </p:grpSpPr>
        <p:cxnSp>
          <p:nvCxnSpPr>
            <p:cNvPr id="217" name="직선 연결선 216"/>
            <p:cNvCxnSpPr/>
            <p:nvPr/>
          </p:nvCxnSpPr>
          <p:spPr>
            <a:xfrm>
              <a:off x="312927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직선 연결선 217"/>
            <p:cNvCxnSpPr/>
            <p:nvPr/>
          </p:nvCxnSpPr>
          <p:spPr>
            <a:xfrm>
              <a:off x="3502196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연결선 218"/>
            <p:cNvCxnSpPr/>
            <p:nvPr/>
          </p:nvCxnSpPr>
          <p:spPr>
            <a:xfrm>
              <a:off x="1977149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Box 19"/>
            <p:cNvSpPr txBox="1"/>
            <p:nvPr/>
          </p:nvSpPr>
          <p:spPr>
            <a:xfrm>
              <a:off x="2404069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21" name="직선 연결선 220"/>
            <p:cNvCxnSpPr/>
            <p:nvPr/>
          </p:nvCxnSpPr>
          <p:spPr>
            <a:xfrm>
              <a:off x="3129277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TextBox 221"/>
            <p:cNvSpPr txBox="1"/>
            <p:nvPr/>
          </p:nvSpPr>
          <p:spPr>
            <a:xfrm>
              <a:off x="1907704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3109169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24" name="TextBox 19"/>
            <p:cNvSpPr txBox="1"/>
            <p:nvPr/>
          </p:nvSpPr>
          <p:spPr>
            <a:xfrm>
              <a:off x="2245073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25" name="직선 연결선 224"/>
            <p:cNvCxnSpPr/>
            <p:nvPr/>
          </p:nvCxnSpPr>
          <p:spPr>
            <a:xfrm>
              <a:off x="1977149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TextBox 225"/>
            <p:cNvSpPr txBox="1"/>
            <p:nvPr/>
          </p:nvSpPr>
          <p:spPr>
            <a:xfrm>
              <a:off x="3109169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27" name="TextBox 19"/>
            <p:cNvSpPr txBox="1"/>
            <p:nvPr/>
          </p:nvSpPr>
          <p:spPr>
            <a:xfrm>
              <a:off x="2404069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/>
                <a:t>9</a:t>
              </a:r>
              <a:endParaRPr lang="ko-KR" altLang="en-US" sz="1200" baseline="-25000" dirty="0"/>
            </a:p>
          </p:txBody>
        </p:sp>
        <p:cxnSp>
          <p:nvCxnSpPr>
            <p:cNvPr id="228" name="직선 연결선 227"/>
            <p:cNvCxnSpPr/>
            <p:nvPr/>
          </p:nvCxnSpPr>
          <p:spPr>
            <a:xfrm>
              <a:off x="3129277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TextBox 228"/>
            <p:cNvSpPr txBox="1"/>
            <p:nvPr/>
          </p:nvSpPr>
          <p:spPr>
            <a:xfrm>
              <a:off x="1907704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/>
                <a:t>9</a:t>
              </a:r>
              <a:endParaRPr lang="ko-KR" altLang="en-US" sz="1200" baseline="-25000" dirty="0"/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3109169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31" name="TextBox 19"/>
            <p:cNvSpPr txBox="1"/>
            <p:nvPr/>
          </p:nvSpPr>
          <p:spPr>
            <a:xfrm>
              <a:off x="2245073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/>
                <a:t>9</a:t>
              </a:r>
              <a:endParaRPr lang="ko-KR" altLang="en-US" sz="1200" baseline="-25000" dirty="0"/>
            </a:p>
          </p:txBody>
        </p:sp>
        <p:cxnSp>
          <p:nvCxnSpPr>
            <p:cNvPr id="232" name="직선 연결선 231"/>
            <p:cNvCxnSpPr/>
            <p:nvPr/>
          </p:nvCxnSpPr>
          <p:spPr>
            <a:xfrm>
              <a:off x="1977149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3109169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sp>
        <p:nvSpPr>
          <p:cNvPr id="234" name="TextBox 233"/>
          <p:cNvSpPr txBox="1"/>
          <p:nvPr/>
        </p:nvSpPr>
        <p:spPr>
          <a:xfrm>
            <a:off x="7177400" y="2081882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B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3" name="직선 연결선 252"/>
          <p:cNvCxnSpPr/>
          <p:nvPr/>
        </p:nvCxnSpPr>
        <p:spPr>
          <a:xfrm flipV="1">
            <a:off x="7369100" y="1758184"/>
            <a:ext cx="297378" cy="352047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5" name="표 2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987284"/>
              </p:ext>
            </p:extLst>
          </p:nvPr>
        </p:nvGraphicFramePr>
        <p:xfrm>
          <a:off x="8104723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pSp>
        <p:nvGrpSpPr>
          <p:cNvPr id="249" name="그룹 248"/>
          <p:cNvGrpSpPr/>
          <p:nvPr/>
        </p:nvGrpSpPr>
        <p:grpSpPr>
          <a:xfrm>
            <a:off x="8470706" y="1687668"/>
            <a:ext cx="652087" cy="404532"/>
            <a:chOff x="8470706" y="1687668"/>
            <a:chExt cx="652087" cy="404532"/>
          </a:xfrm>
        </p:grpSpPr>
        <p:sp>
          <p:nvSpPr>
            <p:cNvPr id="250" name="TextBox 249"/>
            <p:cNvSpPr txBox="1"/>
            <p:nvPr/>
          </p:nvSpPr>
          <p:spPr>
            <a:xfrm>
              <a:off x="8470706" y="1687668"/>
              <a:ext cx="6520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temp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9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51" name="직선 연결선 250"/>
            <p:cNvCxnSpPr/>
            <p:nvPr/>
          </p:nvCxnSpPr>
          <p:spPr>
            <a:xfrm flipV="1">
              <a:off x="8538112" y="1938530"/>
              <a:ext cx="252003" cy="153670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그룹 251"/>
          <p:cNvGrpSpPr/>
          <p:nvPr/>
        </p:nvGrpSpPr>
        <p:grpSpPr>
          <a:xfrm>
            <a:off x="5709565" y="1687668"/>
            <a:ext cx="878659" cy="404532"/>
            <a:chOff x="5709565" y="1687668"/>
            <a:chExt cx="878659" cy="404532"/>
          </a:xfrm>
        </p:grpSpPr>
        <p:sp>
          <p:nvSpPr>
            <p:cNvPr id="254" name="TextBox 253"/>
            <p:cNvSpPr txBox="1"/>
            <p:nvPr/>
          </p:nvSpPr>
          <p:spPr>
            <a:xfrm>
              <a:off x="5709565" y="1687668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9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55" name="직선 연결선 254"/>
            <p:cNvCxnSpPr/>
            <p:nvPr/>
          </p:nvCxnSpPr>
          <p:spPr>
            <a:xfrm flipV="1">
              <a:off x="5776972" y="1938530"/>
              <a:ext cx="252003" cy="153670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6" name="그룹 255"/>
          <p:cNvGrpSpPr/>
          <p:nvPr/>
        </p:nvGrpSpPr>
        <p:grpSpPr>
          <a:xfrm>
            <a:off x="1907704" y="3648287"/>
            <a:ext cx="1800200" cy="2304256"/>
            <a:chOff x="3693869" y="3648287"/>
            <a:chExt cx="1800200" cy="2304256"/>
          </a:xfrm>
        </p:grpSpPr>
        <p:cxnSp>
          <p:nvCxnSpPr>
            <p:cNvPr id="258" name="직선 연결선 257"/>
            <p:cNvCxnSpPr/>
            <p:nvPr/>
          </p:nvCxnSpPr>
          <p:spPr>
            <a:xfrm>
              <a:off x="4915442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직선 연결선 258"/>
            <p:cNvCxnSpPr/>
            <p:nvPr/>
          </p:nvCxnSpPr>
          <p:spPr>
            <a:xfrm>
              <a:off x="5288361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직선 연결선 259"/>
            <p:cNvCxnSpPr/>
            <p:nvPr/>
          </p:nvCxnSpPr>
          <p:spPr>
            <a:xfrm>
              <a:off x="3763314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TextBox 19"/>
            <p:cNvSpPr txBox="1"/>
            <p:nvPr/>
          </p:nvSpPr>
          <p:spPr>
            <a:xfrm>
              <a:off x="4190234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62" name="직선 연결선 261"/>
            <p:cNvCxnSpPr/>
            <p:nvPr/>
          </p:nvCxnSpPr>
          <p:spPr>
            <a:xfrm>
              <a:off x="4915442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TextBox 262"/>
            <p:cNvSpPr txBox="1"/>
            <p:nvPr/>
          </p:nvSpPr>
          <p:spPr>
            <a:xfrm>
              <a:off x="3693869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4895334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65" name="TextBox 19"/>
            <p:cNvSpPr txBox="1"/>
            <p:nvPr/>
          </p:nvSpPr>
          <p:spPr>
            <a:xfrm>
              <a:off x="4031238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>
              <a:off x="3763314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4895334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68" name="TextBox 19"/>
            <p:cNvSpPr txBox="1"/>
            <p:nvPr/>
          </p:nvSpPr>
          <p:spPr>
            <a:xfrm>
              <a:off x="4190234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/>
                <a:t>9</a:t>
              </a:r>
              <a:endParaRPr lang="ko-KR" altLang="en-US" sz="1200" baseline="-25000" dirty="0"/>
            </a:p>
          </p:txBody>
        </p:sp>
        <p:cxnSp>
          <p:nvCxnSpPr>
            <p:cNvPr id="269" name="직선 연결선 268"/>
            <p:cNvCxnSpPr/>
            <p:nvPr/>
          </p:nvCxnSpPr>
          <p:spPr>
            <a:xfrm>
              <a:off x="4915442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TextBox 269"/>
            <p:cNvSpPr txBox="1"/>
            <p:nvPr/>
          </p:nvSpPr>
          <p:spPr>
            <a:xfrm>
              <a:off x="3693869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/>
                <a:t>9</a:t>
              </a:r>
              <a:endParaRPr lang="ko-KR" altLang="en-US" sz="1200" baseline="-25000" dirty="0"/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4895334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72" name="TextBox 19"/>
            <p:cNvSpPr txBox="1"/>
            <p:nvPr/>
          </p:nvSpPr>
          <p:spPr>
            <a:xfrm>
              <a:off x="4031238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/>
                <a:t>9</a:t>
              </a:r>
              <a:endParaRPr lang="ko-KR" altLang="en-US" sz="1200" baseline="-25000" dirty="0"/>
            </a:p>
          </p:txBody>
        </p:sp>
        <p:cxnSp>
          <p:nvCxnSpPr>
            <p:cNvPr id="273" name="직선 연결선 272"/>
            <p:cNvCxnSpPr/>
            <p:nvPr/>
          </p:nvCxnSpPr>
          <p:spPr>
            <a:xfrm>
              <a:off x="3763314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TextBox 273"/>
            <p:cNvSpPr txBox="1"/>
            <p:nvPr/>
          </p:nvSpPr>
          <p:spPr>
            <a:xfrm>
              <a:off x="4895334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75" name="TextBox 19"/>
            <p:cNvSpPr txBox="1"/>
            <p:nvPr/>
          </p:nvSpPr>
          <p:spPr>
            <a:xfrm>
              <a:off x="4125917" y="45764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10</a:t>
              </a:r>
              <a:endParaRPr lang="ko-KR" altLang="en-US" sz="1200" baseline="-25000" dirty="0"/>
            </a:p>
          </p:txBody>
        </p:sp>
        <p:cxnSp>
          <p:nvCxnSpPr>
            <p:cNvPr id="276" name="직선 연결선 275"/>
            <p:cNvCxnSpPr/>
            <p:nvPr/>
          </p:nvCxnSpPr>
          <p:spPr>
            <a:xfrm>
              <a:off x="4915442" y="461435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276"/>
            <p:cNvSpPr txBox="1"/>
            <p:nvPr/>
          </p:nvSpPr>
          <p:spPr>
            <a:xfrm>
              <a:off x="3693869" y="457645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10</a:t>
              </a:r>
              <a:endParaRPr lang="ko-KR" altLang="en-US" sz="1200" baseline="-25000" dirty="0"/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4990013" y="459216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0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79" name="TextBox 19"/>
            <p:cNvSpPr txBox="1"/>
            <p:nvPr/>
          </p:nvSpPr>
          <p:spPr>
            <a:xfrm>
              <a:off x="3895428" y="4337351"/>
              <a:ext cx="11193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10</a:t>
              </a:r>
              <a:endParaRPr lang="ko-KR" altLang="en-US" sz="1200" baseline="-25000" dirty="0"/>
            </a:p>
          </p:txBody>
        </p:sp>
        <p:cxnSp>
          <p:nvCxnSpPr>
            <p:cNvPr id="280" name="직선 연결선 279"/>
            <p:cNvCxnSpPr/>
            <p:nvPr/>
          </p:nvCxnSpPr>
          <p:spPr>
            <a:xfrm>
              <a:off x="3763314" y="43752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1" name="TextBox 280"/>
            <p:cNvSpPr txBox="1"/>
            <p:nvPr/>
          </p:nvSpPr>
          <p:spPr>
            <a:xfrm>
              <a:off x="4895334" y="43297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sp>
        <p:nvSpPr>
          <p:cNvPr id="286" name="TextBox 285"/>
          <p:cNvSpPr txBox="1"/>
          <p:nvPr/>
        </p:nvSpPr>
        <p:spPr>
          <a:xfrm>
            <a:off x="5058103" y="2211137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5627284" y="2218341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11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8107015" y="2067120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93" name="그룹 292"/>
          <p:cNvGrpSpPr/>
          <p:nvPr/>
        </p:nvGrpSpPr>
        <p:grpSpPr>
          <a:xfrm>
            <a:off x="3727582" y="3645024"/>
            <a:ext cx="1705521" cy="2304256"/>
            <a:chOff x="1907704" y="3648287"/>
            <a:chExt cx="1705521" cy="2304256"/>
          </a:xfrm>
        </p:grpSpPr>
        <p:cxnSp>
          <p:nvCxnSpPr>
            <p:cNvPr id="294" name="직선 연결선 293"/>
            <p:cNvCxnSpPr/>
            <p:nvPr/>
          </p:nvCxnSpPr>
          <p:spPr>
            <a:xfrm>
              <a:off x="312927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직선 연결선 294"/>
            <p:cNvCxnSpPr/>
            <p:nvPr/>
          </p:nvCxnSpPr>
          <p:spPr>
            <a:xfrm>
              <a:off x="3502196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연결선 296"/>
            <p:cNvCxnSpPr/>
            <p:nvPr/>
          </p:nvCxnSpPr>
          <p:spPr>
            <a:xfrm>
              <a:off x="1977149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9" name="TextBox 19"/>
            <p:cNvSpPr txBox="1"/>
            <p:nvPr/>
          </p:nvSpPr>
          <p:spPr>
            <a:xfrm>
              <a:off x="2404069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300" name="직선 연결선 299"/>
            <p:cNvCxnSpPr/>
            <p:nvPr/>
          </p:nvCxnSpPr>
          <p:spPr>
            <a:xfrm>
              <a:off x="3129277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1" name="TextBox 300"/>
            <p:cNvSpPr txBox="1"/>
            <p:nvPr/>
          </p:nvSpPr>
          <p:spPr>
            <a:xfrm>
              <a:off x="1907704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3109169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06" name="TextBox 19"/>
            <p:cNvSpPr txBox="1"/>
            <p:nvPr/>
          </p:nvSpPr>
          <p:spPr>
            <a:xfrm>
              <a:off x="2245073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307" name="직선 연결선 306"/>
            <p:cNvCxnSpPr/>
            <p:nvPr/>
          </p:nvCxnSpPr>
          <p:spPr>
            <a:xfrm>
              <a:off x="1977149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TextBox 308"/>
            <p:cNvSpPr txBox="1"/>
            <p:nvPr/>
          </p:nvSpPr>
          <p:spPr>
            <a:xfrm>
              <a:off x="3109169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12" name="TextBox 19"/>
            <p:cNvSpPr txBox="1"/>
            <p:nvPr/>
          </p:nvSpPr>
          <p:spPr>
            <a:xfrm>
              <a:off x="2404069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/>
                <a:t>9</a:t>
              </a:r>
              <a:endParaRPr lang="ko-KR" altLang="en-US" sz="1200" baseline="-25000" dirty="0"/>
            </a:p>
          </p:txBody>
        </p:sp>
        <p:cxnSp>
          <p:nvCxnSpPr>
            <p:cNvPr id="313" name="직선 연결선 312"/>
            <p:cNvCxnSpPr/>
            <p:nvPr/>
          </p:nvCxnSpPr>
          <p:spPr>
            <a:xfrm>
              <a:off x="3129277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TextBox 313"/>
            <p:cNvSpPr txBox="1"/>
            <p:nvPr/>
          </p:nvSpPr>
          <p:spPr>
            <a:xfrm>
              <a:off x="1907704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/>
                <a:t>9</a:t>
              </a:r>
              <a:endParaRPr lang="ko-KR" altLang="en-US" sz="1200" baseline="-25000" dirty="0"/>
            </a:p>
          </p:txBody>
        </p:sp>
        <p:sp>
          <p:nvSpPr>
            <p:cNvPr id="315" name="TextBox 314"/>
            <p:cNvSpPr txBox="1"/>
            <p:nvPr/>
          </p:nvSpPr>
          <p:spPr>
            <a:xfrm>
              <a:off x="3109169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22" name="TextBox 19"/>
            <p:cNvSpPr txBox="1"/>
            <p:nvPr/>
          </p:nvSpPr>
          <p:spPr>
            <a:xfrm>
              <a:off x="2245073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/>
                <a:t>9</a:t>
              </a:r>
              <a:endParaRPr lang="ko-KR" altLang="en-US" sz="1200" baseline="-25000" dirty="0"/>
            </a:p>
          </p:txBody>
        </p:sp>
        <p:cxnSp>
          <p:nvCxnSpPr>
            <p:cNvPr id="323" name="직선 연결선 322"/>
            <p:cNvCxnSpPr/>
            <p:nvPr/>
          </p:nvCxnSpPr>
          <p:spPr>
            <a:xfrm>
              <a:off x="1977149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4" name="TextBox 323"/>
            <p:cNvSpPr txBox="1"/>
            <p:nvPr/>
          </p:nvSpPr>
          <p:spPr>
            <a:xfrm>
              <a:off x="3109169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328" name="그룹 327"/>
          <p:cNvGrpSpPr/>
          <p:nvPr/>
        </p:nvGrpSpPr>
        <p:grpSpPr>
          <a:xfrm>
            <a:off x="5614410" y="3648287"/>
            <a:ext cx="1765902" cy="2304256"/>
            <a:chOff x="3693869" y="3648287"/>
            <a:chExt cx="1765902" cy="2304256"/>
          </a:xfrm>
        </p:grpSpPr>
        <p:cxnSp>
          <p:nvCxnSpPr>
            <p:cNvPr id="329" name="직선 연결선 328"/>
            <p:cNvCxnSpPr/>
            <p:nvPr/>
          </p:nvCxnSpPr>
          <p:spPr>
            <a:xfrm>
              <a:off x="4915442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직선 연결선 329"/>
            <p:cNvCxnSpPr/>
            <p:nvPr/>
          </p:nvCxnSpPr>
          <p:spPr>
            <a:xfrm>
              <a:off x="5288361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직선 연결선 330"/>
            <p:cNvCxnSpPr/>
            <p:nvPr/>
          </p:nvCxnSpPr>
          <p:spPr>
            <a:xfrm>
              <a:off x="3763314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2" name="TextBox 19"/>
            <p:cNvSpPr txBox="1"/>
            <p:nvPr/>
          </p:nvSpPr>
          <p:spPr>
            <a:xfrm>
              <a:off x="4190234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333" name="직선 연결선 332"/>
            <p:cNvCxnSpPr/>
            <p:nvPr/>
          </p:nvCxnSpPr>
          <p:spPr>
            <a:xfrm>
              <a:off x="4915442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4" name="TextBox 333"/>
            <p:cNvSpPr txBox="1"/>
            <p:nvPr/>
          </p:nvSpPr>
          <p:spPr>
            <a:xfrm>
              <a:off x="3693869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335" name="TextBox 334"/>
            <p:cNvSpPr txBox="1"/>
            <p:nvPr/>
          </p:nvSpPr>
          <p:spPr>
            <a:xfrm>
              <a:off x="4895334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36" name="TextBox 19"/>
            <p:cNvSpPr txBox="1"/>
            <p:nvPr/>
          </p:nvSpPr>
          <p:spPr>
            <a:xfrm>
              <a:off x="4031238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337" name="직선 연결선 336"/>
            <p:cNvCxnSpPr/>
            <p:nvPr/>
          </p:nvCxnSpPr>
          <p:spPr>
            <a:xfrm>
              <a:off x="3763314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" name="TextBox 337"/>
            <p:cNvSpPr txBox="1"/>
            <p:nvPr/>
          </p:nvSpPr>
          <p:spPr>
            <a:xfrm>
              <a:off x="4895334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39" name="TextBox 19"/>
            <p:cNvSpPr txBox="1"/>
            <p:nvPr/>
          </p:nvSpPr>
          <p:spPr>
            <a:xfrm>
              <a:off x="4190234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/>
                <a:t>9</a:t>
              </a:r>
              <a:endParaRPr lang="ko-KR" altLang="en-US" sz="1200" baseline="-25000" dirty="0"/>
            </a:p>
          </p:txBody>
        </p:sp>
        <p:cxnSp>
          <p:nvCxnSpPr>
            <p:cNvPr id="340" name="직선 연결선 339"/>
            <p:cNvCxnSpPr/>
            <p:nvPr/>
          </p:nvCxnSpPr>
          <p:spPr>
            <a:xfrm>
              <a:off x="4915442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TextBox 340"/>
            <p:cNvSpPr txBox="1"/>
            <p:nvPr/>
          </p:nvSpPr>
          <p:spPr>
            <a:xfrm>
              <a:off x="3693869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/>
                <a:t>9</a:t>
              </a:r>
              <a:endParaRPr lang="ko-KR" altLang="en-US" sz="1200" baseline="-25000" dirty="0"/>
            </a:p>
          </p:txBody>
        </p:sp>
        <p:sp>
          <p:nvSpPr>
            <p:cNvPr id="342" name="TextBox 341"/>
            <p:cNvSpPr txBox="1"/>
            <p:nvPr/>
          </p:nvSpPr>
          <p:spPr>
            <a:xfrm>
              <a:off x="4895334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43" name="TextBox 19"/>
            <p:cNvSpPr txBox="1"/>
            <p:nvPr/>
          </p:nvSpPr>
          <p:spPr>
            <a:xfrm>
              <a:off x="4031238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/>
                <a:t>9</a:t>
              </a:r>
              <a:endParaRPr lang="ko-KR" altLang="en-US" sz="1200" baseline="-25000" dirty="0"/>
            </a:p>
          </p:txBody>
        </p:sp>
        <p:cxnSp>
          <p:nvCxnSpPr>
            <p:cNvPr id="344" name="직선 연결선 343"/>
            <p:cNvCxnSpPr/>
            <p:nvPr/>
          </p:nvCxnSpPr>
          <p:spPr>
            <a:xfrm>
              <a:off x="3763314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TextBox 344"/>
            <p:cNvSpPr txBox="1"/>
            <p:nvPr/>
          </p:nvSpPr>
          <p:spPr>
            <a:xfrm>
              <a:off x="4895334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46" name="TextBox 19"/>
            <p:cNvSpPr txBox="1"/>
            <p:nvPr/>
          </p:nvSpPr>
          <p:spPr>
            <a:xfrm>
              <a:off x="4125917" y="45764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11</a:t>
              </a:r>
              <a:endParaRPr lang="ko-KR" altLang="en-US" sz="1200" baseline="-25000" dirty="0"/>
            </a:p>
          </p:txBody>
        </p:sp>
        <p:cxnSp>
          <p:nvCxnSpPr>
            <p:cNvPr id="347" name="직선 연결선 346"/>
            <p:cNvCxnSpPr/>
            <p:nvPr/>
          </p:nvCxnSpPr>
          <p:spPr>
            <a:xfrm>
              <a:off x="4915442" y="461435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" name="TextBox 347"/>
            <p:cNvSpPr txBox="1"/>
            <p:nvPr/>
          </p:nvSpPr>
          <p:spPr>
            <a:xfrm>
              <a:off x="3693869" y="457645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11</a:t>
              </a:r>
              <a:endParaRPr lang="ko-KR" altLang="en-US" sz="1200" baseline="-25000" dirty="0"/>
            </a:p>
          </p:txBody>
        </p:sp>
        <p:sp>
          <p:nvSpPr>
            <p:cNvPr id="349" name="TextBox 348"/>
            <p:cNvSpPr txBox="1"/>
            <p:nvPr/>
          </p:nvSpPr>
          <p:spPr>
            <a:xfrm>
              <a:off x="4955715" y="459216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0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350" name="TextBox 19"/>
            <p:cNvSpPr txBox="1"/>
            <p:nvPr/>
          </p:nvSpPr>
          <p:spPr>
            <a:xfrm>
              <a:off x="3895428" y="4337351"/>
              <a:ext cx="11193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11</a:t>
              </a:r>
              <a:endParaRPr lang="ko-KR" altLang="en-US" sz="1200" baseline="-25000" dirty="0"/>
            </a:p>
          </p:txBody>
        </p:sp>
        <p:cxnSp>
          <p:nvCxnSpPr>
            <p:cNvPr id="351" name="직선 연결선 350"/>
            <p:cNvCxnSpPr/>
            <p:nvPr/>
          </p:nvCxnSpPr>
          <p:spPr>
            <a:xfrm>
              <a:off x="3763314" y="43752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2" name="TextBox 351"/>
            <p:cNvSpPr txBox="1"/>
            <p:nvPr/>
          </p:nvSpPr>
          <p:spPr>
            <a:xfrm>
              <a:off x="4895334" y="43297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353" name="그룹 352"/>
          <p:cNvGrpSpPr/>
          <p:nvPr/>
        </p:nvGrpSpPr>
        <p:grpSpPr>
          <a:xfrm>
            <a:off x="7361324" y="3645024"/>
            <a:ext cx="1705521" cy="2304256"/>
            <a:chOff x="1907704" y="3648287"/>
            <a:chExt cx="1705521" cy="2304256"/>
          </a:xfrm>
        </p:grpSpPr>
        <p:cxnSp>
          <p:nvCxnSpPr>
            <p:cNvPr id="354" name="직선 연결선 353"/>
            <p:cNvCxnSpPr/>
            <p:nvPr/>
          </p:nvCxnSpPr>
          <p:spPr>
            <a:xfrm>
              <a:off x="312927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직선 연결선 354"/>
            <p:cNvCxnSpPr/>
            <p:nvPr/>
          </p:nvCxnSpPr>
          <p:spPr>
            <a:xfrm>
              <a:off x="3502196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직선 연결선 355"/>
            <p:cNvCxnSpPr/>
            <p:nvPr/>
          </p:nvCxnSpPr>
          <p:spPr>
            <a:xfrm>
              <a:off x="1977149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7" name="TextBox 19"/>
            <p:cNvSpPr txBox="1"/>
            <p:nvPr/>
          </p:nvSpPr>
          <p:spPr>
            <a:xfrm>
              <a:off x="2404069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358" name="직선 연결선 357"/>
            <p:cNvCxnSpPr/>
            <p:nvPr/>
          </p:nvCxnSpPr>
          <p:spPr>
            <a:xfrm>
              <a:off x="3129277" y="5505057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9" name="TextBox 358"/>
            <p:cNvSpPr txBox="1"/>
            <p:nvPr/>
          </p:nvSpPr>
          <p:spPr>
            <a:xfrm>
              <a:off x="1907704" y="5467166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360" name="TextBox 359"/>
            <p:cNvSpPr txBox="1"/>
            <p:nvPr/>
          </p:nvSpPr>
          <p:spPr>
            <a:xfrm>
              <a:off x="3109169" y="544522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61" name="TextBox 19"/>
            <p:cNvSpPr txBox="1"/>
            <p:nvPr/>
          </p:nvSpPr>
          <p:spPr>
            <a:xfrm>
              <a:off x="2245073" y="5228058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362" name="직선 연결선 361"/>
            <p:cNvCxnSpPr/>
            <p:nvPr/>
          </p:nvCxnSpPr>
          <p:spPr>
            <a:xfrm>
              <a:off x="1977149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" name="TextBox 362"/>
            <p:cNvSpPr txBox="1"/>
            <p:nvPr/>
          </p:nvSpPr>
          <p:spPr>
            <a:xfrm>
              <a:off x="3109169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64" name="TextBox 19"/>
            <p:cNvSpPr txBox="1"/>
            <p:nvPr/>
          </p:nvSpPr>
          <p:spPr>
            <a:xfrm>
              <a:off x="2404069" y="502420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/>
                <a:t>9</a:t>
              </a:r>
              <a:endParaRPr lang="ko-KR" altLang="en-US" sz="1200" baseline="-25000" dirty="0"/>
            </a:p>
          </p:txBody>
        </p:sp>
        <p:cxnSp>
          <p:nvCxnSpPr>
            <p:cNvPr id="365" name="직선 연결선 364"/>
            <p:cNvCxnSpPr/>
            <p:nvPr/>
          </p:nvCxnSpPr>
          <p:spPr>
            <a:xfrm>
              <a:off x="3129277" y="5062100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6" name="TextBox 365"/>
            <p:cNvSpPr txBox="1"/>
            <p:nvPr/>
          </p:nvSpPr>
          <p:spPr>
            <a:xfrm>
              <a:off x="1907704" y="5024209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/>
                <a:t>9</a:t>
              </a:r>
              <a:endParaRPr lang="ko-KR" altLang="en-US" sz="1200" baseline="-25000" dirty="0"/>
            </a:p>
          </p:txBody>
        </p:sp>
        <p:sp>
          <p:nvSpPr>
            <p:cNvPr id="367" name="TextBox 366"/>
            <p:cNvSpPr txBox="1"/>
            <p:nvPr/>
          </p:nvSpPr>
          <p:spPr>
            <a:xfrm>
              <a:off x="3109169" y="5002267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68" name="TextBox 19"/>
            <p:cNvSpPr txBox="1"/>
            <p:nvPr/>
          </p:nvSpPr>
          <p:spPr>
            <a:xfrm>
              <a:off x="2245073" y="4785101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/>
                <a:t>9</a:t>
              </a:r>
              <a:endParaRPr lang="ko-KR" altLang="en-US" sz="1200" baseline="-25000" dirty="0"/>
            </a:p>
          </p:txBody>
        </p:sp>
        <p:cxnSp>
          <p:nvCxnSpPr>
            <p:cNvPr id="369" name="직선 연결선 368"/>
            <p:cNvCxnSpPr/>
            <p:nvPr/>
          </p:nvCxnSpPr>
          <p:spPr>
            <a:xfrm>
              <a:off x="1977149" y="482299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" name="TextBox 369"/>
            <p:cNvSpPr txBox="1"/>
            <p:nvPr/>
          </p:nvSpPr>
          <p:spPr>
            <a:xfrm>
              <a:off x="3109169" y="477745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sp>
        <p:nvSpPr>
          <p:cNvPr id="371" name="TextBox 370"/>
          <p:cNvSpPr txBox="1"/>
          <p:nvPr/>
        </p:nvSpPr>
        <p:spPr>
          <a:xfrm>
            <a:off x="8590522" y="2067120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4" name="TextBox 373"/>
          <p:cNvSpPr txBox="1"/>
          <p:nvPr/>
        </p:nvSpPr>
        <p:spPr>
          <a:xfrm>
            <a:off x="8285889" y="2081882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C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78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" grpId="0"/>
      <p:bldP spid="287" grpId="0"/>
      <p:bldP spid="288" grpId="0"/>
      <p:bldP spid="371" grpId="0"/>
      <p:bldP spid="37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6</a:t>
            </a:fld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" y="373351"/>
            <a:ext cx="4804824" cy="2191553"/>
          </a:xfrm>
          <a:prstGeom prst="rect">
            <a:avLst/>
          </a:prstGeom>
        </p:spPr>
      </p:pic>
      <p:graphicFrame>
        <p:nvGraphicFramePr>
          <p:cNvPr id="154" name="표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604821"/>
              </p:ext>
            </p:extLst>
          </p:nvPr>
        </p:nvGraphicFramePr>
        <p:xfrm>
          <a:off x="4748721" y="1635073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55" name="TextBox 154"/>
          <p:cNvSpPr txBox="1"/>
          <p:nvPr/>
        </p:nvSpPr>
        <p:spPr>
          <a:xfrm>
            <a:off x="4929887" y="1543320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6" name="표 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833938"/>
              </p:ext>
            </p:extLst>
          </p:nvPr>
        </p:nvGraphicFramePr>
        <p:xfrm>
          <a:off x="4199124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57" name="TextBox 156"/>
          <p:cNvSpPr txBox="1"/>
          <p:nvPr/>
        </p:nvSpPr>
        <p:spPr>
          <a:xfrm>
            <a:off x="4397543" y="2081882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B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8" name="표 1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811913"/>
              </p:ext>
            </p:extLst>
          </p:nvPr>
        </p:nvGraphicFramePr>
        <p:xfrm>
          <a:off x="5343583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60" name="TextBox 159"/>
          <p:cNvSpPr txBox="1"/>
          <p:nvPr/>
        </p:nvSpPr>
        <p:spPr>
          <a:xfrm>
            <a:off x="5524749" y="2081882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C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61" name="표 1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179139"/>
              </p:ext>
            </p:extLst>
          </p:nvPr>
        </p:nvGraphicFramePr>
        <p:xfrm>
          <a:off x="3769639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62" name="TextBox 161"/>
          <p:cNvSpPr txBox="1"/>
          <p:nvPr/>
        </p:nvSpPr>
        <p:spPr>
          <a:xfrm>
            <a:off x="3968674" y="2576305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D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63" name="표 1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753387"/>
              </p:ext>
            </p:extLst>
          </p:nvPr>
        </p:nvGraphicFramePr>
        <p:xfrm>
          <a:off x="4777751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64" name="TextBox 163"/>
          <p:cNvSpPr txBox="1"/>
          <p:nvPr/>
        </p:nvSpPr>
        <p:spPr>
          <a:xfrm>
            <a:off x="4974706" y="2574537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E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0" name="직선 연결선 169"/>
          <p:cNvCxnSpPr/>
          <p:nvPr/>
        </p:nvCxnSpPr>
        <p:spPr>
          <a:xfrm flipV="1">
            <a:off x="4607960" y="1758184"/>
            <a:ext cx="297378" cy="352047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/>
          <p:cNvCxnSpPr/>
          <p:nvPr/>
        </p:nvCxnSpPr>
        <p:spPr>
          <a:xfrm flipH="1" flipV="1">
            <a:off x="5434113" y="1758184"/>
            <a:ext cx="252219" cy="28919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/>
          <p:cNvCxnSpPr>
            <a:stCxn id="162" idx="0"/>
          </p:cNvCxnSpPr>
          <p:nvPr/>
        </p:nvCxnSpPr>
        <p:spPr>
          <a:xfrm flipV="1">
            <a:off x="4175522" y="2287113"/>
            <a:ext cx="199228" cy="28919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/>
          <p:cNvCxnSpPr/>
          <p:nvPr/>
        </p:nvCxnSpPr>
        <p:spPr>
          <a:xfrm flipH="1" flipV="1">
            <a:off x="4884623" y="2268873"/>
            <a:ext cx="175163" cy="33133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3755030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4272244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4789342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5298771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5353815" y="2067121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5872434" y="2067121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80" name="그룹 179"/>
          <p:cNvGrpSpPr/>
          <p:nvPr/>
        </p:nvGrpSpPr>
        <p:grpSpPr>
          <a:xfrm>
            <a:off x="4993774" y="1035904"/>
            <a:ext cx="878659" cy="545582"/>
            <a:chOff x="4993774" y="1035904"/>
            <a:chExt cx="878659" cy="545582"/>
          </a:xfrm>
        </p:grpSpPr>
        <p:cxnSp>
          <p:nvCxnSpPr>
            <p:cNvPr id="181" name="직선 연결선 180"/>
            <p:cNvCxnSpPr/>
            <p:nvPr/>
          </p:nvCxnSpPr>
          <p:spPr>
            <a:xfrm flipV="1">
              <a:off x="5136702" y="1308189"/>
              <a:ext cx="217113" cy="273297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/>
            <p:cNvSpPr txBox="1"/>
            <p:nvPr/>
          </p:nvSpPr>
          <p:spPr>
            <a:xfrm>
              <a:off x="4993774" y="1035904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83" name="그룹 182"/>
          <p:cNvGrpSpPr/>
          <p:nvPr/>
        </p:nvGrpSpPr>
        <p:grpSpPr>
          <a:xfrm>
            <a:off x="3899092" y="1586778"/>
            <a:ext cx="878659" cy="562803"/>
            <a:chOff x="3899092" y="1586778"/>
            <a:chExt cx="878659" cy="562803"/>
          </a:xfrm>
        </p:grpSpPr>
        <p:sp>
          <p:nvSpPr>
            <p:cNvPr id="184" name="TextBox 183"/>
            <p:cNvSpPr txBox="1"/>
            <p:nvPr/>
          </p:nvSpPr>
          <p:spPr>
            <a:xfrm>
              <a:off x="3899092" y="1586778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85" name="직선 연결선 184"/>
            <p:cNvCxnSpPr/>
            <p:nvPr/>
          </p:nvCxnSpPr>
          <p:spPr>
            <a:xfrm flipH="1" flipV="1">
              <a:off x="4430973" y="1877168"/>
              <a:ext cx="84731" cy="272413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7" name="그룹 256"/>
          <p:cNvGrpSpPr/>
          <p:nvPr/>
        </p:nvGrpSpPr>
        <p:grpSpPr>
          <a:xfrm>
            <a:off x="3323028" y="2122164"/>
            <a:ext cx="878659" cy="510615"/>
            <a:chOff x="3323028" y="2122164"/>
            <a:chExt cx="878659" cy="510615"/>
          </a:xfrm>
        </p:grpSpPr>
        <p:sp>
          <p:nvSpPr>
            <p:cNvPr id="282" name="TextBox 281"/>
            <p:cNvSpPr txBox="1"/>
            <p:nvPr/>
          </p:nvSpPr>
          <p:spPr>
            <a:xfrm>
              <a:off x="3323028" y="2122164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83" name="직선 연결선 282"/>
            <p:cNvCxnSpPr/>
            <p:nvPr/>
          </p:nvCxnSpPr>
          <p:spPr>
            <a:xfrm flipH="1" flipV="1">
              <a:off x="3940823" y="2360366"/>
              <a:ext cx="84731" cy="272413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4" name="TextBox 283"/>
          <p:cNvSpPr txBox="1"/>
          <p:nvPr/>
        </p:nvSpPr>
        <p:spPr>
          <a:xfrm>
            <a:off x="3417879" y="2753979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4042241" y="2761183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89" name="그룹 288"/>
          <p:cNvGrpSpPr/>
          <p:nvPr/>
        </p:nvGrpSpPr>
        <p:grpSpPr>
          <a:xfrm>
            <a:off x="5226780" y="2371316"/>
            <a:ext cx="890634" cy="307777"/>
            <a:chOff x="5226780" y="2371316"/>
            <a:chExt cx="890634" cy="307777"/>
          </a:xfrm>
        </p:grpSpPr>
        <p:sp>
          <p:nvSpPr>
            <p:cNvPr id="290" name="TextBox 289"/>
            <p:cNvSpPr txBox="1"/>
            <p:nvPr/>
          </p:nvSpPr>
          <p:spPr>
            <a:xfrm>
              <a:off x="5238755" y="2371316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91" name="직선 연결선 290"/>
            <p:cNvCxnSpPr/>
            <p:nvPr/>
          </p:nvCxnSpPr>
          <p:spPr>
            <a:xfrm flipV="1">
              <a:off x="5226780" y="2531857"/>
              <a:ext cx="291136" cy="99768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2" name="TextBox 291"/>
          <p:cNvSpPr txBox="1"/>
          <p:nvPr/>
        </p:nvSpPr>
        <p:spPr>
          <a:xfrm>
            <a:off x="4479092" y="2753979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96" name="표 2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724473"/>
              </p:ext>
            </p:extLst>
          </p:nvPr>
        </p:nvGraphicFramePr>
        <p:xfrm>
          <a:off x="7509861" y="1635073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98" name="표 2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724003"/>
              </p:ext>
            </p:extLst>
          </p:nvPr>
        </p:nvGraphicFramePr>
        <p:xfrm>
          <a:off x="6960264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02" name="표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969375"/>
              </p:ext>
            </p:extLst>
          </p:nvPr>
        </p:nvGraphicFramePr>
        <p:xfrm>
          <a:off x="6530779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03" name="TextBox 302"/>
          <p:cNvSpPr txBox="1"/>
          <p:nvPr/>
        </p:nvSpPr>
        <p:spPr>
          <a:xfrm>
            <a:off x="6729814" y="2576305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D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04" name="표 3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567181"/>
              </p:ext>
            </p:extLst>
          </p:nvPr>
        </p:nvGraphicFramePr>
        <p:xfrm>
          <a:off x="7538891" y="2643185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308" name="직선 연결선 307"/>
          <p:cNvCxnSpPr>
            <a:stCxn id="303" idx="0"/>
          </p:cNvCxnSpPr>
          <p:nvPr/>
        </p:nvCxnSpPr>
        <p:spPr>
          <a:xfrm flipV="1">
            <a:off x="6936662" y="2225842"/>
            <a:ext cx="186033" cy="350463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TextBox 309"/>
          <p:cNvSpPr txBox="1"/>
          <p:nvPr/>
        </p:nvSpPr>
        <p:spPr>
          <a:xfrm>
            <a:off x="6516170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1" name="TextBox 310"/>
          <p:cNvSpPr txBox="1"/>
          <p:nvPr/>
        </p:nvSpPr>
        <p:spPr>
          <a:xfrm>
            <a:off x="7033384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6" name="직선 연결선 315"/>
          <p:cNvCxnSpPr/>
          <p:nvPr/>
        </p:nvCxnSpPr>
        <p:spPr>
          <a:xfrm flipV="1">
            <a:off x="7897842" y="1308189"/>
            <a:ext cx="217113" cy="273297"/>
          </a:xfrm>
          <a:prstGeom prst="line">
            <a:avLst/>
          </a:prstGeom>
          <a:ln>
            <a:solidFill>
              <a:srgbClr val="0066FF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TextBox 316"/>
          <p:cNvSpPr txBox="1"/>
          <p:nvPr/>
        </p:nvSpPr>
        <p:spPr>
          <a:xfrm>
            <a:off x="7754914" y="1035904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temp</a:t>
            </a:r>
            <a:r>
              <a:rPr lang="en-US" altLang="ko-KR" sz="14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ko-KR" altLang="en-US" sz="1400" i="1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6660232" y="1586778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temp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9" name="직선 연결선 318"/>
          <p:cNvCxnSpPr/>
          <p:nvPr/>
        </p:nvCxnSpPr>
        <p:spPr>
          <a:xfrm flipH="1" flipV="1">
            <a:off x="7192113" y="1877168"/>
            <a:ext cx="84731" cy="272413"/>
          </a:xfrm>
          <a:prstGeom prst="line">
            <a:avLst/>
          </a:prstGeom>
          <a:ln>
            <a:solidFill>
              <a:srgbClr val="0066FF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TextBox 319"/>
          <p:cNvSpPr txBox="1"/>
          <p:nvPr/>
        </p:nvSpPr>
        <p:spPr>
          <a:xfrm>
            <a:off x="6084168" y="2122164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temp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21" name="직선 연결선 320"/>
          <p:cNvCxnSpPr/>
          <p:nvPr/>
        </p:nvCxnSpPr>
        <p:spPr>
          <a:xfrm flipH="1" flipV="1">
            <a:off x="6701963" y="2360366"/>
            <a:ext cx="84731" cy="272413"/>
          </a:xfrm>
          <a:prstGeom prst="line">
            <a:avLst/>
          </a:prstGeom>
          <a:ln>
            <a:solidFill>
              <a:srgbClr val="0066FF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5" name="그룹 324"/>
          <p:cNvGrpSpPr/>
          <p:nvPr/>
        </p:nvGrpSpPr>
        <p:grpSpPr>
          <a:xfrm>
            <a:off x="7987920" y="2371316"/>
            <a:ext cx="890634" cy="307777"/>
            <a:chOff x="7987920" y="2371316"/>
            <a:chExt cx="890634" cy="307777"/>
          </a:xfrm>
        </p:grpSpPr>
        <p:sp>
          <p:nvSpPr>
            <p:cNvPr id="326" name="TextBox 325"/>
            <p:cNvSpPr txBox="1"/>
            <p:nvPr/>
          </p:nvSpPr>
          <p:spPr>
            <a:xfrm>
              <a:off x="7999895" y="2371316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temp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27" name="직선 연결선 326"/>
            <p:cNvCxnSpPr/>
            <p:nvPr/>
          </p:nvCxnSpPr>
          <p:spPr>
            <a:xfrm flipV="1">
              <a:off x="7987920" y="2531857"/>
              <a:ext cx="291136" cy="99768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6" name="TextBox 185"/>
          <p:cNvSpPr txBox="1"/>
          <p:nvPr/>
        </p:nvSpPr>
        <p:spPr>
          <a:xfrm>
            <a:off x="7514362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5048273" y="2761183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8107015" y="2574537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7752130" y="2576305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E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5" name="직선 연결선 214"/>
          <p:cNvCxnSpPr/>
          <p:nvPr/>
        </p:nvCxnSpPr>
        <p:spPr>
          <a:xfrm flipH="1" flipV="1">
            <a:off x="7645763" y="2268873"/>
            <a:ext cx="175163" cy="33133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7177400" y="2081882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B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3" name="직선 연결선 252"/>
          <p:cNvCxnSpPr/>
          <p:nvPr/>
        </p:nvCxnSpPr>
        <p:spPr>
          <a:xfrm flipV="1">
            <a:off x="7369100" y="1758184"/>
            <a:ext cx="297378" cy="352047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5" name="표 2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987284"/>
              </p:ext>
            </p:extLst>
          </p:nvPr>
        </p:nvGraphicFramePr>
        <p:xfrm>
          <a:off x="8104723" y="2139129"/>
          <a:ext cx="8290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63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pSp>
        <p:nvGrpSpPr>
          <p:cNvPr id="249" name="그룹 248"/>
          <p:cNvGrpSpPr/>
          <p:nvPr/>
        </p:nvGrpSpPr>
        <p:grpSpPr>
          <a:xfrm>
            <a:off x="8470706" y="1687668"/>
            <a:ext cx="652087" cy="404532"/>
            <a:chOff x="8470706" y="1687668"/>
            <a:chExt cx="652087" cy="404532"/>
          </a:xfrm>
        </p:grpSpPr>
        <p:sp>
          <p:nvSpPr>
            <p:cNvPr id="250" name="TextBox 249"/>
            <p:cNvSpPr txBox="1"/>
            <p:nvPr/>
          </p:nvSpPr>
          <p:spPr>
            <a:xfrm>
              <a:off x="8470706" y="1687668"/>
              <a:ext cx="6520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temp</a:t>
              </a:r>
              <a:r>
                <a:rPr lang="en-US" altLang="ko-KR" sz="1400" i="1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9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51" name="직선 연결선 250"/>
            <p:cNvCxnSpPr/>
            <p:nvPr/>
          </p:nvCxnSpPr>
          <p:spPr>
            <a:xfrm flipV="1">
              <a:off x="8538112" y="1938530"/>
              <a:ext cx="252003" cy="153670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그룹 251"/>
          <p:cNvGrpSpPr/>
          <p:nvPr/>
        </p:nvGrpSpPr>
        <p:grpSpPr>
          <a:xfrm>
            <a:off x="5709565" y="1687668"/>
            <a:ext cx="878659" cy="404532"/>
            <a:chOff x="5709565" y="1687668"/>
            <a:chExt cx="878659" cy="404532"/>
          </a:xfrm>
        </p:grpSpPr>
        <p:sp>
          <p:nvSpPr>
            <p:cNvPr id="254" name="TextBox 253"/>
            <p:cNvSpPr txBox="1"/>
            <p:nvPr/>
          </p:nvSpPr>
          <p:spPr>
            <a:xfrm>
              <a:off x="5709565" y="1687668"/>
              <a:ext cx="878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ori</a:t>
              </a:r>
              <a:r>
                <a:rPr lang="en-US" altLang="ko-KR" sz="1400" i="1" baseline="-25000" dirty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9</a:t>
              </a:r>
              <a:endParaRPr lang="ko-KR" altLang="en-US" sz="1400" i="1" baseline="-25000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55" name="직선 연결선 254"/>
            <p:cNvCxnSpPr/>
            <p:nvPr/>
          </p:nvCxnSpPr>
          <p:spPr>
            <a:xfrm flipV="1">
              <a:off x="5776972" y="1938530"/>
              <a:ext cx="252003" cy="153670"/>
            </a:xfrm>
            <a:prstGeom prst="line">
              <a:avLst/>
            </a:prstGeom>
            <a:ln>
              <a:solidFill>
                <a:srgbClr val="0066FF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" name="TextBox 285"/>
          <p:cNvSpPr txBox="1"/>
          <p:nvPr/>
        </p:nvSpPr>
        <p:spPr>
          <a:xfrm>
            <a:off x="5058103" y="2211137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5627284" y="2218341"/>
            <a:ext cx="87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altLang="ko-KR" sz="1400" i="1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11</a:t>
            </a:r>
            <a:endParaRPr lang="ko-KR" altLang="en-US" sz="1400" i="1" baseline="-25000" dirty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8107015" y="2067120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02183" y="3645024"/>
            <a:ext cx="1705521" cy="2304256"/>
            <a:chOff x="7361324" y="3645024"/>
            <a:chExt cx="1705521" cy="2304256"/>
          </a:xfrm>
        </p:grpSpPr>
        <p:cxnSp>
          <p:nvCxnSpPr>
            <p:cNvPr id="354" name="직선 연결선 353"/>
            <p:cNvCxnSpPr/>
            <p:nvPr/>
          </p:nvCxnSpPr>
          <p:spPr>
            <a:xfrm>
              <a:off x="8582897" y="3645024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직선 연결선 354"/>
            <p:cNvCxnSpPr/>
            <p:nvPr/>
          </p:nvCxnSpPr>
          <p:spPr>
            <a:xfrm>
              <a:off x="8955816" y="3645024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직선 연결선 355"/>
            <p:cNvCxnSpPr/>
            <p:nvPr/>
          </p:nvCxnSpPr>
          <p:spPr>
            <a:xfrm>
              <a:off x="7430769" y="573325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7" name="TextBox 19"/>
            <p:cNvSpPr txBox="1"/>
            <p:nvPr/>
          </p:nvSpPr>
          <p:spPr>
            <a:xfrm>
              <a:off x="7857689" y="5463902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ori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358" name="직선 연결선 357"/>
            <p:cNvCxnSpPr/>
            <p:nvPr/>
          </p:nvCxnSpPr>
          <p:spPr>
            <a:xfrm>
              <a:off x="8582897" y="5501794"/>
              <a:ext cx="360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9" name="TextBox 358"/>
            <p:cNvSpPr txBox="1"/>
            <p:nvPr/>
          </p:nvSpPr>
          <p:spPr>
            <a:xfrm>
              <a:off x="7361324" y="5463903"/>
              <a:ext cx="828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copy(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360" name="TextBox 359"/>
            <p:cNvSpPr txBox="1"/>
            <p:nvPr/>
          </p:nvSpPr>
          <p:spPr>
            <a:xfrm>
              <a:off x="8562789" y="544196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61" name="TextBox 19"/>
            <p:cNvSpPr txBox="1"/>
            <p:nvPr/>
          </p:nvSpPr>
          <p:spPr>
            <a:xfrm>
              <a:off x="7698693" y="5224795"/>
              <a:ext cx="983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       temp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362" name="직선 연결선 361"/>
            <p:cNvCxnSpPr/>
            <p:nvPr/>
          </p:nvCxnSpPr>
          <p:spPr>
            <a:xfrm>
              <a:off x="7430769" y="526268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" name="TextBox 362"/>
            <p:cNvSpPr txBox="1"/>
            <p:nvPr/>
          </p:nvSpPr>
          <p:spPr>
            <a:xfrm>
              <a:off x="8562789" y="521715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sp>
        <p:nvSpPr>
          <p:cNvPr id="371" name="TextBox 370"/>
          <p:cNvSpPr txBox="1"/>
          <p:nvPr/>
        </p:nvSpPr>
        <p:spPr>
          <a:xfrm>
            <a:off x="8590522" y="2067120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4" name="TextBox 373"/>
          <p:cNvSpPr txBox="1"/>
          <p:nvPr/>
        </p:nvSpPr>
        <p:spPr>
          <a:xfrm>
            <a:off x="8285889" y="2081882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itchFamily="18" charset="0"/>
                <a:cs typeface="Times New Roman" pitchFamily="18" charset="0"/>
              </a:rPr>
              <a:t>C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9" name="직선 연결선 188"/>
          <p:cNvCxnSpPr/>
          <p:nvPr/>
        </p:nvCxnSpPr>
        <p:spPr>
          <a:xfrm flipH="1" flipV="1">
            <a:off x="8195253" y="1758184"/>
            <a:ext cx="252219" cy="28919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7691027" y="1543320"/>
            <a:ext cx="41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2347112" y="3645024"/>
            <a:ext cx="1525047" cy="2304256"/>
            <a:chOff x="2347112" y="3645024"/>
            <a:chExt cx="1525047" cy="2304256"/>
          </a:xfrm>
        </p:grpSpPr>
        <p:cxnSp>
          <p:nvCxnSpPr>
            <p:cNvPr id="192" name="직선 연결선 191"/>
            <p:cNvCxnSpPr/>
            <p:nvPr/>
          </p:nvCxnSpPr>
          <p:spPr>
            <a:xfrm>
              <a:off x="3499240" y="3645024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직선 연결선 192"/>
            <p:cNvCxnSpPr/>
            <p:nvPr/>
          </p:nvCxnSpPr>
          <p:spPr>
            <a:xfrm>
              <a:off x="3872159" y="3645024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직선 연결선 193"/>
            <p:cNvCxnSpPr/>
            <p:nvPr/>
          </p:nvCxnSpPr>
          <p:spPr>
            <a:xfrm>
              <a:off x="2347112" y="573325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6025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" grpId="0"/>
      <p:bldP spid="286" grpId="0"/>
      <p:bldP spid="288" grpId="0"/>
      <p:bldP spid="371" grpId="0"/>
      <p:bldP spid="190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37211</TotalTime>
  <Words>714</Words>
  <Application>Microsoft Office PowerPoint</Application>
  <PresentationFormat>화면 슬라이드 쇼(4:3)</PresentationFormat>
  <Paragraphs>439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함초롬바탕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basic</dc:creator>
  <cp:lastModifiedBy>정 기숙</cp:lastModifiedBy>
  <cp:revision>1050</cp:revision>
  <dcterms:created xsi:type="dcterms:W3CDTF">2013-02-19T09:03:15Z</dcterms:created>
  <dcterms:modified xsi:type="dcterms:W3CDTF">2023-10-31T12:33:10Z</dcterms:modified>
</cp:coreProperties>
</file>